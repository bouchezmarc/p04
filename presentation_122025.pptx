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03" r:id="rId2"/>
    <p:sldId id="258" r:id="rId3"/>
    <p:sldId id="261" r:id="rId4"/>
    <p:sldId id="304" r:id="rId5"/>
    <p:sldId id="305" r:id="rId6"/>
    <p:sldId id="306" r:id="rId7"/>
    <p:sldId id="307" r:id="rId8"/>
    <p:sldId id="314" r:id="rId9"/>
    <p:sldId id="315" r:id="rId10"/>
    <p:sldId id="316" r:id="rId11"/>
    <p:sldId id="317" r:id="rId12"/>
    <p:sldId id="313" r:id="rId13"/>
    <p:sldId id="318" r:id="rId14"/>
    <p:sldId id="309" r:id="rId15"/>
    <p:sldId id="310" r:id="rId16"/>
    <p:sldId id="312" r:id="rId17"/>
  </p:sldIdLst>
  <p:sldSz cx="24384000" cy="13716000"/>
  <p:notesSz cx="6858000" cy="9144000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SentyTEA ÂµÙ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7783B-28F9-4776-80D9-B48639B13259}" v="1397" dt="2026-01-09T13:01:28.06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/>
      <a:tcStyle>
        <a:tcBdr/>
        <a:fill>
          <a:solidFill>
            <a:srgbClr val="FCE9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320"/>
        <p:guide pos="76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632813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SentyTEA ÂµÙ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77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03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025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49F5E-5CE7-2D68-36B2-DB4F7834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5637D7-B1E7-B7B4-06F7-92113106A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80A266-0F8C-4EA5-24E3-72C0856F8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757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5878-B5F4-BFDA-4723-9F09F1CC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D73571-83B4-A8A3-2FE1-54CCF24D2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F04575-C326-F9ED-ED21-2BBC20AAD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598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B836-98FD-22A6-F1F9-D1AE4E69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2C3C8F-103F-AC94-E963-F00B22203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FB29D8-2117-37DB-9A28-E5CBF53E4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141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ECC1-BFB8-C324-0726-0299C1C7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932EFA-AC9E-0773-4482-5C8396D55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C22B0F-2EFA-64C4-1A68-CF410159D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811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4ED7-9B95-E9DA-457B-EBFAB1C67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F5A66D-0602-B990-95BF-72505ECB9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CF62D1-BFCF-0F04-7B13-73007639B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822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74EA-406C-0FE6-5279-CED3C056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CCE100-6AA8-1DC1-A109-FECD24208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49F7F8-69E5-7665-EB98-B6D9972EC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721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73197" y="13081000"/>
            <a:ext cx="424906" cy="4572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02232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03539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711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08159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22376508" y="12946225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914400" hangingPunct="1"/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模板下载：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www.1ppt.com/moban/          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行业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模板：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www.1ppt.com/hangye/ </a:t>
            </a:r>
          </a:p>
          <a:p>
            <a:pPr algn="l" defTabSz="914400" hangingPunct="1"/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节日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模板：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www.1ppt.com/jieri/          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素材：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www.1ppt.com/sucai/</a:t>
            </a:r>
          </a:p>
          <a:p>
            <a:pPr algn="l" defTabSz="914400" hangingPunct="1"/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背景图片：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www.1ppt.com/beijing/        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图表：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www.1ppt.com/tubiao/      </a:t>
            </a:r>
          </a:p>
          <a:p>
            <a:pPr algn="l" defTabSz="914400" hangingPunct="1"/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精美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下载：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www.1ppt.com/xiazai/         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教程： 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www.1ppt.com/powerpoint/      </a:t>
            </a:r>
          </a:p>
          <a:p>
            <a:pPr algn="l" defTabSz="914400" hangingPunct="1"/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课件：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www.1ppt.com/kejian/             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字体下载：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www.1ppt.com/ziti/</a:t>
            </a:r>
          </a:p>
          <a:p>
            <a:pPr algn="l" defTabSz="914400" hangingPunct="1"/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工作总结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www.1ppt.com/xiazai/zongjie/ 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工作计划：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www.1ppt.com/xiazai/jihua/</a:t>
            </a:r>
          </a:p>
          <a:p>
            <a:pPr algn="l" defTabSz="914400" hangingPunct="1"/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商务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模板：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www.1ppt.com/moban/shangwu/  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个人简历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www.1ppt.com/xiazai/jianli/  </a:t>
            </a:r>
          </a:p>
          <a:p>
            <a:pPr algn="l" defTabSz="914400" hangingPunct="1"/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毕业答辩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www.1ppt.com/xiazai/dabian/  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工作汇报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PPT</a:t>
            </a:r>
            <a:r>
              <a:rPr lang="zh-CN" altLang="en-US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：</a:t>
            </a:r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www.1ppt.com/xiazai/huibao/    </a:t>
            </a:r>
          </a:p>
          <a:p>
            <a:pPr algn="l" defTabSz="914400" hangingPunct="1"/>
            <a:r>
              <a:rPr lang="en-US" altLang="zh-CN" sz="100" kern="1200">
                <a:solidFill>
                  <a:prstClr val="white"/>
                </a:solidFill>
                <a:latin typeface="Calibri"/>
                <a:ea typeface="宋体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374647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41091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64948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19200" y="549275"/>
            <a:ext cx="21945600" cy="2286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tr-TR" altLang="zh-CN"/>
              <a:t>Freepptbackgrounds.net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872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utterstock-128686301-3337285.png" descr="shutterstock-128686301-3337285.png"/>
          <p:cNvPicPr>
            <a:picLocks noChangeAspect="1"/>
          </p:cNvPicPr>
          <p:nvPr/>
        </p:nvPicPr>
        <p:blipFill>
          <a:blip r:embed="rId11" cstate="print">
            <a:alphaModFix amt="69884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24384000" cy="13715999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SentyTEA ÂµÙ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entyTEA ÂµÙ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46EA9A4-F3C7-415A-A3B8-BC24E15D6E0B}"/>
              </a:ext>
            </a:extLst>
          </p:cNvPr>
          <p:cNvGrpSpPr/>
          <p:nvPr/>
        </p:nvGrpSpPr>
        <p:grpSpPr>
          <a:xfrm>
            <a:off x="-1556502" y="-722076"/>
            <a:ext cx="27055670" cy="15004675"/>
            <a:chOff x="-1556502" y="-722076"/>
            <a:chExt cx="27055670" cy="15004675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F5E1233-CA5D-4B6F-A2A8-668674822396}"/>
                </a:ext>
              </a:extLst>
            </p:cNvPr>
            <p:cNvSpPr/>
            <p:nvPr/>
          </p:nvSpPr>
          <p:spPr>
            <a:xfrm>
              <a:off x="-778251" y="-722076"/>
              <a:ext cx="25499168" cy="14509375"/>
            </a:xfrm>
            <a:custGeom>
              <a:avLst/>
              <a:gdLst>
                <a:gd name="connsiteX0" fmla="*/ 1197351 w 25499168"/>
                <a:gd name="connsiteY0" fmla="*/ 1198326 h 14509375"/>
                <a:gd name="connsiteX1" fmla="*/ 1311651 w 25499168"/>
                <a:gd name="connsiteY1" fmla="*/ 1160226 h 14509375"/>
                <a:gd name="connsiteX2" fmla="*/ 3997701 w 25499168"/>
                <a:gd name="connsiteY2" fmla="*/ 1731726 h 14509375"/>
                <a:gd name="connsiteX3" fmla="*/ 2302251 w 25499168"/>
                <a:gd name="connsiteY3" fmla="*/ 4132026 h 14509375"/>
                <a:gd name="connsiteX4" fmla="*/ 7407651 w 25499168"/>
                <a:gd name="connsiteY4" fmla="*/ 1484076 h 14509375"/>
                <a:gd name="connsiteX5" fmla="*/ 2054601 w 25499168"/>
                <a:gd name="connsiteY5" fmla="*/ 7160976 h 14509375"/>
                <a:gd name="connsiteX6" fmla="*/ 12303501 w 25499168"/>
                <a:gd name="connsiteY6" fmla="*/ 607776 h 14509375"/>
                <a:gd name="connsiteX7" fmla="*/ 587751 w 25499168"/>
                <a:gd name="connsiteY7" fmla="*/ 10132776 h 14509375"/>
                <a:gd name="connsiteX8" fmla="*/ 2321301 w 25499168"/>
                <a:gd name="connsiteY8" fmla="*/ 2627076 h 14509375"/>
                <a:gd name="connsiteX9" fmla="*/ 7274301 w 25499168"/>
                <a:gd name="connsiteY9" fmla="*/ 8361126 h 14509375"/>
                <a:gd name="connsiteX10" fmla="*/ 6112251 w 25499168"/>
                <a:gd name="connsiteY10" fmla="*/ 11980626 h 14509375"/>
                <a:gd name="connsiteX11" fmla="*/ 3292851 w 25499168"/>
                <a:gd name="connsiteY11" fmla="*/ 11980626 h 14509375"/>
                <a:gd name="connsiteX12" fmla="*/ 7750551 w 25499168"/>
                <a:gd name="connsiteY12" fmla="*/ 6075126 h 14509375"/>
                <a:gd name="connsiteX13" fmla="*/ 14875251 w 25499168"/>
                <a:gd name="connsiteY13" fmla="*/ 8323026 h 14509375"/>
                <a:gd name="connsiteX14" fmla="*/ 15389601 w 25499168"/>
                <a:gd name="connsiteY14" fmla="*/ 9446976 h 14509375"/>
                <a:gd name="connsiteX15" fmla="*/ 8874501 w 25499168"/>
                <a:gd name="connsiteY15" fmla="*/ 2379426 h 14509375"/>
                <a:gd name="connsiteX16" fmla="*/ 23066751 w 25499168"/>
                <a:gd name="connsiteY16" fmla="*/ 2569926 h 14509375"/>
                <a:gd name="connsiteX17" fmla="*/ 6645651 w 25499168"/>
                <a:gd name="connsiteY17" fmla="*/ 10399476 h 14509375"/>
                <a:gd name="connsiteX18" fmla="*/ 20780751 w 25499168"/>
                <a:gd name="connsiteY18" fmla="*/ 11161476 h 14509375"/>
                <a:gd name="connsiteX19" fmla="*/ 12417801 w 25499168"/>
                <a:gd name="connsiteY19" fmla="*/ 2969976 h 14509375"/>
                <a:gd name="connsiteX20" fmla="*/ 22761951 w 25499168"/>
                <a:gd name="connsiteY20" fmla="*/ 5922726 h 14509375"/>
                <a:gd name="connsiteX21" fmla="*/ 23771601 w 25499168"/>
                <a:gd name="connsiteY21" fmla="*/ 12628326 h 14509375"/>
                <a:gd name="connsiteX22" fmla="*/ 19123401 w 25499168"/>
                <a:gd name="connsiteY22" fmla="*/ 2531826 h 14509375"/>
                <a:gd name="connsiteX23" fmla="*/ 23885901 w 25499168"/>
                <a:gd name="connsiteY23" fmla="*/ 1541226 h 14509375"/>
                <a:gd name="connsiteX24" fmla="*/ 20018751 w 25499168"/>
                <a:gd name="connsiteY24" fmla="*/ 13276026 h 14509375"/>
                <a:gd name="connsiteX25" fmla="*/ 8379201 w 25499168"/>
                <a:gd name="connsiteY25" fmla="*/ 7751526 h 14509375"/>
                <a:gd name="connsiteX26" fmla="*/ 1425951 w 25499168"/>
                <a:gd name="connsiteY26" fmla="*/ 14380926 h 14509375"/>
                <a:gd name="connsiteX27" fmla="*/ 18456651 w 25499168"/>
                <a:gd name="connsiteY27" fmla="*/ 7865826 h 14509375"/>
                <a:gd name="connsiteX28" fmla="*/ 8779251 w 25499168"/>
                <a:gd name="connsiteY28" fmla="*/ 13961826 h 14509375"/>
                <a:gd name="connsiteX29" fmla="*/ 21618951 w 25499168"/>
                <a:gd name="connsiteY29" fmla="*/ 5103576 h 14509375"/>
                <a:gd name="connsiteX30" fmla="*/ 18456651 w 25499168"/>
                <a:gd name="connsiteY30" fmla="*/ 14495226 h 14509375"/>
                <a:gd name="connsiteX31" fmla="*/ 20456901 w 25499168"/>
                <a:gd name="connsiteY31" fmla="*/ 2493726 h 14509375"/>
                <a:gd name="connsiteX32" fmla="*/ 25047951 w 25499168"/>
                <a:gd name="connsiteY32" fmla="*/ 7808676 h 14509375"/>
                <a:gd name="connsiteX33" fmla="*/ 8150601 w 25499168"/>
                <a:gd name="connsiteY33" fmla="*/ 2969976 h 14509375"/>
                <a:gd name="connsiteX34" fmla="*/ 663951 w 25499168"/>
                <a:gd name="connsiteY34" fmla="*/ 7541976 h 14509375"/>
                <a:gd name="connsiteX35" fmla="*/ 24076401 w 25499168"/>
                <a:gd name="connsiteY35" fmla="*/ 13352226 h 14509375"/>
                <a:gd name="connsiteX36" fmla="*/ 10550901 w 25499168"/>
                <a:gd name="connsiteY36" fmla="*/ 13561776 h 14509375"/>
                <a:gd name="connsiteX37" fmla="*/ 1006851 w 25499168"/>
                <a:gd name="connsiteY37" fmla="*/ 11866326 h 14509375"/>
                <a:gd name="connsiteX38" fmla="*/ 8741151 w 25499168"/>
                <a:gd name="connsiteY38" fmla="*/ 1179276 h 14509375"/>
                <a:gd name="connsiteX39" fmla="*/ 23904951 w 25499168"/>
                <a:gd name="connsiteY39" fmla="*/ 3560526 h 14509375"/>
                <a:gd name="connsiteX40" fmla="*/ 9084051 w 25499168"/>
                <a:gd name="connsiteY40" fmla="*/ 5960826 h 14509375"/>
                <a:gd name="connsiteX41" fmla="*/ 4778751 w 25499168"/>
                <a:gd name="connsiteY41" fmla="*/ 1217376 h 14509375"/>
                <a:gd name="connsiteX42" fmla="*/ 416301 w 25499168"/>
                <a:gd name="connsiteY42" fmla="*/ 1236426 h 14509375"/>
                <a:gd name="connsiteX43" fmla="*/ 3711951 w 25499168"/>
                <a:gd name="connsiteY43" fmla="*/ 8723076 h 14509375"/>
                <a:gd name="connsiteX44" fmla="*/ 15237201 w 25499168"/>
                <a:gd name="connsiteY44" fmla="*/ 13637976 h 14509375"/>
                <a:gd name="connsiteX45" fmla="*/ 13256001 w 25499168"/>
                <a:gd name="connsiteY45" fmla="*/ 1941276 h 14509375"/>
                <a:gd name="connsiteX46" fmla="*/ 11998701 w 25499168"/>
                <a:gd name="connsiteY46" fmla="*/ 7789626 h 14509375"/>
                <a:gd name="connsiteX47" fmla="*/ 8036301 w 25499168"/>
                <a:gd name="connsiteY47" fmla="*/ 12514026 h 14509375"/>
                <a:gd name="connsiteX48" fmla="*/ 11255751 w 25499168"/>
                <a:gd name="connsiteY48" fmla="*/ 2055576 h 14509375"/>
                <a:gd name="connsiteX49" fmla="*/ 20247351 w 25499168"/>
                <a:gd name="connsiteY49" fmla="*/ 11580576 h 14509375"/>
                <a:gd name="connsiteX50" fmla="*/ 8550651 w 25499168"/>
                <a:gd name="connsiteY50" fmla="*/ 10304226 h 14509375"/>
                <a:gd name="connsiteX51" fmla="*/ 22247601 w 25499168"/>
                <a:gd name="connsiteY51" fmla="*/ 2417526 h 14509375"/>
                <a:gd name="connsiteX52" fmla="*/ 18628101 w 25499168"/>
                <a:gd name="connsiteY52" fmla="*/ 360126 h 14509375"/>
                <a:gd name="connsiteX53" fmla="*/ 16418301 w 25499168"/>
                <a:gd name="connsiteY53" fmla="*/ 8780226 h 14509375"/>
                <a:gd name="connsiteX54" fmla="*/ 17561301 w 25499168"/>
                <a:gd name="connsiteY54" fmla="*/ 13390326 h 14509375"/>
                <a:gd name="connsiteX55" fmla="*/ 25009851 w 25499168"/>
                <a:gd name="connsiteY55" fmla="*/ 3160476 h 1450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5499168" h="14509375">
                  <a:moveTo>
                    <a:pt x="1197351" y="1198326"/>
                  </a:moveTo>
                  <a:cubicBezTo>
                    <a:pt x="1021138" y="1134826"/>
                    <a:pt x="844926" y="1071326"/>
                    <a:pt x="1311651" y="1160226"/>
                  </a:cubicBezTo>
                  <a:cubicBezTo>
                    <a:pt x="1778376" y="1249126"/>
                    <a:pt x="3832601" y="1236426"/>
                    <a:pt x="3997701" y="1731726"/>
                  </a:cubicBezTo>
                  <a:cubicBezTo>
                    <a:pt x="4162801" y="2227026"/>
                    <a:pt x="1733926" y="4173301"/>
                    <a:pt x="2302251" y="4132026"/>
                  </a:cubicBezTo>
                  <a:cubicBezTo>
                    <a:pt x="2870576" y="4090751"/>
                    <a:pt x="7448926" y="979251"/>
                    <a:pt x="7407651" y="1484076"/>
                  </a:cubicBezTo>
                  <a:cubicBezTo>
                    <a:pt x="7366376" y="1988901"/>
                    <a:pt x="1238626" y="7307026"/>
                    <a:pt x="2054601" y="7160976"/>
                  </a:cubicBezTo>
                  <a:cubicBezTo>
                    <a:pt x="2870576" y="7014926"/>
                    <a:pt x="12547976" y="112476"/>
                    <a:pt x="12303501" y="607776"/>
                  </a:cubicBezTo>
                  <a:cubicBezTo>
                    <a:pt x="12059026" y="1103076"/>
                    <a:pt x="2251451" y="9796226"/>
                    <a:pt x="587751" y="10132776"/>
                  </a:cubicBezTo>
                  <a:cubicBezTo>
                    <a:pt x="-1075949" y="10469326"/>
                    <a:pt x="1206876" y="2922351"/>
                    <a:pt x="2321301" y="2627076"/>
                  </a:cubicBezTo>
                  <a:cubicBezTo>
                    <a:pt x="3435726" y="2331801"/>
                    <a:pt x="6642476" y="6802201"/>
                    <a:pt x="7274301" y="8361126"/>
                  </a:cubicBezTo>
                  <a:cubicBezTo>
                    <a:pt x="7906126" y="9920051"/>
                    <a:pt x="6775826" y="11377376"/>
                    <a:pt x="6112251" y="11980626"/>
                  </a:cubicBezTo>
                  <a:cubicBezTo>
                    <a:pt x="5448676" y="12583876"/>
                    <a:pt x="3019801" y="12964876"/>
                    <a:pt x="3292851" y="11980626"/>
                  </a:cubicBezTo>
                  <a:cubicBezTo>
                    <a:pt x="3565901" y="10996376"/>
                    <a:pt x="5820151" y="6684726"/>
                    <a:pt x="7750551" y="6075126"/>
                  </a:cubicBezTo>
                  <a:cubicBezTo>
                    <a:pt x="9680951" y="5465526"/>
                    <a:pt x="13602076" y="7761051"/>
                    <a:pt x="14875251" y="8323026"/>
                  </a:cubicBezTo>
                  <a:cubicBezTo>
                    <a:pt x="16148426" y="8885001"/>
                    <a:pt x="16389726" y="10437576"/>
                    <a:pt x="15389601" y="9446976"/>
                  </a:cubicBezTo>
                  <a:cubicBezTo>
                    <a:pt x="14389476" y="8456376"/>
                    <a:pt x="7594976" y="3525601"/>
                    <a:pt x="8874501" y="2379426"/>
                  </a:cubicBezTo>
                  <a:cubicBezTo>
                    <a:pt x="10154026" y="1233251"/>
                    <a:pt x="23438226" y="1233251"/>
                    <a:pt x="23066751" y="2569926"/>
                  </a:cubicBezTo>
                  <a:cubicBezTo>
                    <a:pt x="22695276" y="3906601"/>
                    <a:pt x="7026651" y="8967551"/>
                    <a:pt x="6645651" y="10399476"/>
                  </a:cubicBezTo>
                  <a:cubicBezTo>
                    <a:pt x="6264651" y="11831401"/>
                    <a:pt x="19818726" y="12399726"/>
                    <a:pt x="20780751" y="11161476"/>
                  </a:cubicBezTo>
                  <a:cubicBezTo>
                    <a:pt x="21742776" y="9923226"/>
                    <a:pt x="12087601" y="3843101"/>
                    <a:pt x="12417801" y="2969976"/>
                  </a:cubicBezTo>
                  <a:cubicBezTo>
                    <a:pt x="12748001" y="2096851"/>
                    <a:pt x="20869651" y="4313001"/>
                    <a:pt x="22761951" y="5922726"/>
                  </a:cubicBezTo>
                  <a:cubicBezTo>
                    <a:pt x="24654251" y="7532451"/>
                    <a:pt x="24378026" y="13193476"/>
                    <a:pt x="23771601" y="12628326"/>
                  </a:cubicBezTo>
                  <a:cubicBezTo>
                    <a:pt x="23165176" y="12063176"/>
                    <a:pt x="19104351" y="4379676"/>
                    <a:pt x="19123401" y="2531826"/>
                  </a:cubicBezTo>
                  <a:cubicBezTo>
                    <a:pt x="19142451" y="683976"/>
                    <a:pt x="23736676" y="-249474"/>
                    <a:pt x="23885901" y="1541226"/>
                  </a:cubicBezTo>
                  <a:cubicBezTo>
                    <a:pt x="24035126" y="3331926"/>
                    <a:pt x="22603201" y="12240976"/>
                    <a:pt x="20018751" y="13276026"/>
                  </a:cubicBezTo>
                  <a:cubicBezTo>
                    <a:pt x="17434301" y="14311076"/>
                    <a:pt x="11478001" y="7567376"/>
                    <a:pt x="8379201" y="7751526"/>
                  </a:cubicBezTo>
                  <a:cubicBezTo>
                    <a:pt x="5280401" y="7935676"/>
                    <a:pt x="-253624" y="14361876"/>
                    <a:pt x="1425951" y="14380926"/>
                  </a:cubicBezTo>
                  <a:cubicBezTo>
                    <a:pt x="3105526" y="14399976"/>
                    <a:pt x="17231101" y="7935676"/>
                    <a:pt x="18456651" y="7865826"/>
                  </a:cubicBezTo>
                  <a:cubicBezTo>
                    <a:pt x="19682201" y="7795976"/>
                    <a:pt x="8252201" y="14422201"/>
                    <a:pt x="8779251" y="13961826"/>
                  </a:cubicBezTo>
                  <a:cubicBezTo>
                    <a:pt x="9306301" y="13501451"/>
                    <a:pt x="20006051" y="5014676"/>
                    <a:pt x="21618951" y="5103576"/>
                  </a:cubicBezTo>
                  <a:cubicBezTo>
                    <a:pt x="23231851" y="5192476"/>
                    <a:pt x="18650326" y="14930201"/>
                    <a:pt x="18456651" y="14495226"/>
                  </a:cubicBezTo>
                  <a:cubicBezTo>
                    <a:pt x="18262976" y="14060251"/>
                    <a:pt x="19358351" y="3608151"/>
                    <a:pt x="20456901" y="2493726"/>
                  </a:cubicBezTo>
                  <a:cubicBezTo>
                    <a:pt x="21555451" y="1379301"/>
                    <a:pt x="27099001" y="7729301"/>
                    <a:pt x="25047951" y="7808676"/>
                  </a:cubicBezTo>
                  <a:cubicBezTo>
                    <a:pt x="22996901" y="7888051"/>
                    <a:pt x="12214601" y="3014426"/>
                    <a:pt x="8150601" y="2969976"/>
                  </a:cubicBezTo>
                  <a:cubicBezTo>
                    <a:pt x="4086601" y="2925526"/>
                    <a:pt x="-1990349" y="5811601"/>
                    <a:pt x="663951" y="7541976"/>
                  </a:cubicBezTo>
                  <a:cubicBezTo>
                    <a:pt x="3318251" y="9272351"/>
                    <a:pt x="22428576" y="12348926"/>
                    <a:pt x="24076401" y="13352226"/>
                  </a:cubicBezTo>
                  <a:cubicBezTo>
                    <a:pt x="25724226" y="14355526"/>
                    <a:pt x="14395826" y="13809426"/>
                    <a:pt x="10550901" y="13561776"/>
                  </a:cubicBezTo>
                  <a:cubicBezTo>
                    <a:pt x="6705976" y="13314126"/>
                    <a:pt x="1308476" y="13930076"/>
                    <a:pt x="1006851" y="11866326"/>
                  </a:cubicBezTo>
                  <a:cubicBezTo>
                    <a:pt x="705226" y="9802576"/>
                    <a:pt x="4924801" y="2563576"/>
                    <a:pt x="8741151" y="1179276"/>
                  </a:cubicBezTo>
                  <a:cubicBezTo>
                    <a:pt x="12557501" y="-205024"/>
                    <a:pt x="23847801" y="2763601"/>
                    <a:pt x="23904951" y="3560526"/>
                  </a:cubicBezTo>
                  <a:cubicBezTo>
                    <a:pt x="23962101" y="4357451"/>
                    <a:pt x="12271751" y="6351351"/>
                    <a:pt x="9084051" y="5960826"/>
                  </a:cubicBezTo>
                  <a:cubicBezTo>
                    <a:pt x="5896351" y="5570301"/>
                    <a:pt x="6223376" y="2004776"/>
                    <a:pt x="4778751" y="1217376"/>
                  </a:cubicBezTo>
                  <a:cubicBezTo>
                    <a:pt x="3334126" y="429976"/>
                    <a:pt x="594101" y="-14524"/>
                    <a:pt x="416301" y="1236426"/>
                  </a:cubicBezTo>
                  <a:cubicBezTo>
                    <a:pt x="238501" y="2487376"/>
                    <a:pt x="1241801" y="6656151"/>
                    <a:pt x="3711951" y="8723076"/>
                  </a:cubicBezTo>
                  <a:cubicBezTo>
                    <a:pt x="6182101" y="10790001"/>
                    <a:pt x="13646526" y="14768276"/>
                    <a:pt x="15237201" y="13637976"/>
                  </a:cubicBezTo>
                  <a:cubicBezTo>
                    <a:pt x="16827876" y="12507676"/>
                    <a:pt x="13795751" y="2916001"/>
                    <a:pt x="13256001" y="1941276"/>
                  </a:cubicBezTo>
                  <a:cubicBezTo>
                    <a:pt x="12716251" y="966551"/>
                    <a:pt x="12868651" y="6027501"/>
                    <a:pt x="11998701" y="7789626"/>
                  </a:cubicBezTo>
                  <a:cubicBezTo>
                    <a:pt x="11128751" y="9551751"/>
                    <a:pt x="8160126" y="13469701"/>
                    <a:pt x="8036301" y="12514026"/>
                  </a:cubicBezTo>
                  <a:cubicBezTo>
                    <a:pt x="7912476" y="11558351"/>
                    <a:pt x="9220576" y="2211151"/>
                    <a:pt x="11255751" y="2055576"/>
                  </a:cubicBezTo>
                  <a:cubicBezTo>
                    <a:pt x="13290926" y="1900001"/>
                    <a:pt x="20698201" y="10205801"/>
                    <a:pt x="20247351" y="11580576"/>
                  </a:cubicBezTo>
                  <a:cubicBezTo>
                    <a:pt x="19796501" y="12955351"/>
                    <a:pt x="8217276" y="11831401"/>
                    <a:pt x="8550651" y="10304226"/>
                  </a:cubicBezTo>
                  <a:cubicBezTo>
                    <a:pt x="8884026" y="8777051"/>
                    <a:pt x="20568026" y="4074876"/>
                    <a:pt x="22247601" y="2417526"/>
                  </a:cubicBezTo>
                  <a:cubicBezTo>
                    <a:pt x="23927176" y="760176"/>
                    <a:pt x="19599651" y="-700324"/>
                    <a:pt x="18628101" y="360126"/>
                  </a:cubicBezTo>
                  <a:cubicBezTo>
                    <a:pt x="17656551" y="1420576"/>
                    <a:pt x="16596101" y="6608526"/>
                    <a:pt x="16418301" y="8780226"/>
                  </a:cubicBezTo>
                  <a:cubicBezTo>
                    <a:pt x="16240501" y="10951926"/>
                    <a:pt x="16129376" y="14326951"/>
                    <a:pt x="17561301" y="13390326"/>
                  </a:cubicBezTo>
                  <a:cubicBezTo>
                    <a:pt x="18993226" y="12453701"/>
                    <a:pt x="22001538" y="7807088"/>
                    <a:pt x="25009851" y="3160476"/>
                  </a:cubicBezTo>
                </a:path>
              </a:pathLst>
            </a:custGeom>
            <a:noFill/>
            <a:ln w="7620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AA6F79CB-DC70-437D-8340-1AD254F95BBE}"/>
                </a:ext>
              </a:extLst>
            </p:cNvPr>
            <p:cNvSpPr/>
            <p:nvPr/>
          </p:nvSpPr>
          <p:spPr>
            <a:xfrm>
              <a:off x="0" y="-226776"/>
              <a:ext cx="25499168" cy="14509375"/>
            </a:xfrm>
            <a:custGeom>
              <a:avLst/>
              <a:gdLst>
                <a:gd name="connsiteX0" fmla="*/ 1197351 w 25499168"/>
                <a:gd name="connsiteY0" fmla="*/ 1198326 h 14509375"/>
                <a:gd name="connsiteX1" fmla="*/ 1311651 w 25499168"/>
                <a:gd name="connsiteY1" fmla="*/ 1160226 h 14509375"/>
                <a:gd name="connsiteX2" fmla="*/ 3997701 w 25499168"/>
                <a:gd name="connsiteY2" fmla="*/ 1731726 h 14509375"/>
                <a:gd name="connsiteX3" fmla="*/ 2302251 w 25499168"/>
                <a:gd name="connsiteY3" fmla="*/ 4132026 h 14509375"/>
                <a:gd name="connsiteX4" fmla="*/ 7407651 w 25499168"/>
                <a:gd name="connsiteY4" fmla="*/ 1484076 h 14509375"/>
                <a:gd name="connsiteX5" fmla="*/ 2054601 w 25499168"/>
                <a:gd name="connsiteY5" fmla="*/ 7160976 h 14509375"/>
                <a:gd name="connsiteX6" fmla="*/ 12303501 w 25499168"/>
                <a:gd name="connsiteY6" fmla="*/ 607776 h 14509375"/>
                <a:gd name="connsiteX7" fmla="*/ 587751 w 25499168"/>
                <a:gd name="connsiteY7" fmla="*/ 10132776 h 14509375"/>
                <a:gd name="connsiteX8" fmla="*/ 2321301 w 25499168"/>
                <a:gd name="connsiteY8" fmla="*/ 2627076 h 14509375"/>
                <a:gd name="connsiteX9" fmla="*/ 7274301 w 25499168"/>
                <a:gd name="connsiteY9" fmla="*/ 8361126 h 14509375"/>
                <a:gd name="connsiteX10" fmla="*/ 6112251 w 25499168"/>
                <a:gd name="connsiteY10" fmla="*/ 11980626 h 14509375"/>
                <a:gd name="connsiteX11" fmla="*/ 3292851 w 25499168"/>
                <a:gd name="connsiteY11" fmla="*/ 11980626 h 14509375"/>
                <a:gd name="connsiteX12" fmla="*/ 7750551 w 25499168"/>
                <a:gd name="connsiteY12" fmla="*/ 6075126 h 14509375"/>
                <a:gd name="connsiteX13" fmla="*/ 14875251 w 25499168"/>
                <a:gd name="connsiteY13" fmla="*/ 8323026 h 14509375"/>
                <a:gd name="connsiteX14" fmla="*/ 15389601 w 25499168"/>
                <a:gd name="connsiteY14" fmla="*/ 9446976 h 14509375"/>
                <a:gd name="connsiteX15" fmla="*/ 8874501 w 25499168"/>
                <a:gd name="connsiteY15" fmla="*/ 2379426 h 14509375"/>
                <a:gd name="connsiteX16" fmla="*/ 23066751 w 25499168"/>
                <a:gd name="connsiteY16" fmla="*/ 2569926 h 14509375"/>
                <a:gd name="connsiteX17" fmla="*/ 6645651 w 25499168"/>
                <a:gd name="connsiteY17" fmla="*/ 10399476 h 14509375"/>
                <a:gd name="connsiteX18" fmla="*/ 20780751 w 25499168"/>
                <a:gd name="connsiteY18" fmla="*/ 11161476 h 14509375"/>
                <a:gd name="connsiteX19" fmla="*/ 12417801 w 25499168"/>
                <a:gd name="connsiteY19" fmla="*/ 2969976 h 14509375"/>
                <a:gd name="connsiteX20" fmla="*/ 22761951 w 25499168"/>
                <a:gd name="connsiteY20" fmla="*/ 5922726 h 14509375"/>
                <a:gd name="connsiteX21" fmla="*/ 23771601 w 25499168"/>
                <a:gd name="connsiteY21" fmla="*/ 12628326 h 14509375"/>
                <a:gd name="connsiteX22" fmla="*/ 19123401 w 25499168"/>
                <a:gd name="connsiteY22" fmla="*/ 2531826 h 14509375"/>
                <a:gd name="connsiteX23" fmla="*/ 23885901 w 25499168"/>
                <a:gd name="connsiteY23" fmla="*/ 1541226 h 14509375"/>
                <a:gd name="connsiteX24" fmla="*/ 20018751 w 25499168"/>
                <a:gd name="connsiteY24" fmla="*/ 13276026 h 14509375"/>
                <a:gd name="connsiteX25" fmla="*/ 8379201 w 25499168"/>
                <a:gd name="connsiteY25" fmla="*/ 7751526 h 14509375"/>
                <a:gd name="connsiteX26" fmla="*/ 1425951 w 25499168"/>
                <a:gd name="connsiteY26" fmla="*/ 14380926 h 14509375"/>
                <a:gd name="connsiteX27" fmla="*/ 18456651 w 25499168"/>
                <a:gd name="connsiteY27" fmla="*/ 7865826 h 14509375"/>
                <a:gd name="connsiteX28" fmla="*/ 8779251 w 25499168"/>
                <a:gd name="connsiteY28" fmla="*/ 13961826 h 14509375"/>
                <a:gd name="connsiteX29" fmla="*/ 21618951 w 25499168"/>
                <a:gd name="connsiteY29" fmla="*/ 5103576 h 14509375"/>
                <a:gd name="connsiteX30" fmla="*/ 18456651 w 25499168"/>
                <a:gd name="connsiteY30" fmla="*/ 14495226 h 14509375"/>
                <a:gd name="connsiteX31" fmla="*/ 20456901 w 25499168"/>
                <a:gd name="connsiteY31" fmla="*/ 2493726 h 14509375"/>
                <a:gd name="connsiteX32" fmla="*/ 25047951 w 25499168"/>
                <a:gd name="connsiteY32" fmla="*/ 7808676 h 14509375"/>
                <a:gd name="connsiteX33" fmla="*/ 8150601 w 25499168"/>
                <a:gd name="connsiteY33" fmla="*/ 2969976 h 14509375"/>
                <a:gd name="connsiteX34" fmla="*/ 663951 w 25499168"/>
                <a:gd name="connsiteY34" fmla="*/ 7541976 h 14509375"/>
                <a:gd name="connsiteX35" fmla="*/ 24076401 w 25499168"/>
                <a:gd name="connsiteY35" fmla="*/ 13352226 h 14509375"/>
                <a:gd name="connsiteX36" fmla="*/ 10550901 w 25499168"/>
                <a:gd name="connsiteY36" fmla="*/ 13561776 h 14509375"/>
                <a:gd name="connsiteX37" fmla="*/ 1006851 w 25499168"/>
                <a:gd name="connsiteY37" fmla="*/ 11866326 h 14509375"/>
                <a:gd name="connsiteX38" fmla="*/ 8741151 w 25499168"/>
                <a:gd name="connsiteY38" fmla="*/ 1179276 h 14509375"/>
                <a:gd name="connsiteX39" fmla="*/ 23904951 w 25499168"/>
                <a:gd name="connsiteY39" fmla="*/ 3560526 h 14509375"/>
                <a:gd name="connsiteX40" fmla="*/ 9084051 w 25499168"/>
                <a:gd name="connsiteY40" fmla="*/ 5960826 h 14509375"/>
                <a:gd name="connsiteX41" fmla="*/ 4778751 w 25499168"/>
                <a:gd name="connsiteY41" fmla="*/ 1217376 h 14509375"/>
                <a:gd name="connsiteX42" fmla="*/ 416301 w 25499168"/>
                <a:gd name="connsiteY42" fmla="*/ 1236426 h 14509375"/>
                <a:gd name="connsiteX43" fmla="*/ 3711951 w 25499168"/>
                <a:gd name="connsiteY43" fmla="*/ 8723076 h 14509375"/>
                <a:gd name="connsiteX44" fmla="*/ 15237201 w 25499168"/>
                <a:gd name="connsiteY44" fmla="*/ 13637976 h 14509375"/>
                <a:gd name="connsiteX45" fmla="*/ 13256001 w 25499168"/>
                <a:gd name="connsiteY45" fmla="*/ 1941276 h 14509375"/>
                <a:gd name="connsiteX46" fmla="*/ 11998701 w 25499168"/>
                <a:gd name="connsiteY46" fmla="*/ 7789626 h 14509375"/>
                <a:gd name="connsiteX47" fmla="*/ 8036301 w 25499168"/>
                <a:gd name="connsiteY47" fmla="*/ 12514026 h 14509375"/>
                <a:gd name="connsiteX48" fmla="*/ 11255751 w 25499168"/>
                <a:gd name="connsiteY48" fmla="*/ 2055576 h 14509375"/>
                <a:gd name="connsiteX49" fmla="*/ 20247351 w 25499168"/>
                <a:gd name="connsiteY49" fmla="*/ 11580576 h 14509375"/>
                <a:gd name="connsiteX50" fmla="*/ 8550651 w 25499168"/>
                <a:gd name="connsiteY50" fmla="*/ 10304226 h 14509375"/>
                <a:gd name="connsiteX51" fmla="*/ 22247601 w 25499168"/>
                <a:gd name="connsiteY51" fmla="*/ 2417526 h 14509375"/>
                <a:gd name="connsiteX52" fmla="*/ 18628101 w 25499168"/>
                <a:gd name="connsiteY52" fmla="*/ 360126 h 14509375"/>
                <a:gd name="connsiteX53" fmla="*/ 16418301 w 25499168"/>
                <a:gd name="connsiteY53" fmla="*/ 8780226 h 14509375"/>
                <a:gd name="connsiteX54" fmla="*/ 17561301 w 25499168"/>
                <a:gd name="connsiteY54" fmla="*/ 13390326 h 14509375"/>
                <a:gd name="connsiteX55" fmla="*/ 25009851 w 25499168"/>
                <a:gd name="connsiteY55" fmla="*/ 3160476 h 1450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5499168" h="14509375">
                  <a:moveTo>
                    <a:pt x="1197351" y="1198326"/>
                  </a:moveTo>
                  <a:cubicBezTo>
                    <a:pt x="1021138" y="1134826"/>
                    <a:pt x="844926" y="1071326"/>
                    <a:pt x="1311651" y="1160226"/>
                  </a:cubicBezTo>
                  <a:cubicBezTo>
                    <a:pt x="1778376" y="1249126"/>
                    <a:pt x="3832601" y="1236426"/>
                    <a:pt x="3997701" y="1731726"/>
                  </a:cubicBezTo>
                  <a:cubicBezTo>
                    <a:pt x="4162801" y="2227026"/>
                    <a:pt x="1733926" y="4173301"/>
                    <a:pt x="2302251" y="4132026"/>
                  </a:cubicBezTo>
                  <a:cubicBezTo>
                    <a:pt x="2870576" y="4090751"/>
                    <a:pt x="7448926" y="979251"/>
                    <a:pt x="7407651" y="1484076"/>
                  </a:cubicBezTo>
                  <a:cubicBezTo>
                    <a:pt x="7366376" y="1988901"/>
                    <a:pt x="1238626" y="7307026"/>
                    <a:pt x="2054601" y="7160976"/>
                  </a:cubicBezTo>
                  <a:cubicBezTo>
                    <a:pt x="2870576" y="7014926"/>
                    <a:pt x="12547976" y="112476"/>
                    <a:pt x="12303501" y="607776"/>
                  </a:cubicBezTo>
                  <a:cubicBezTo>
                    <a:pt x="12059026" y="1103076"/>
                    <a:pt x="2251451" y="9796226"/>
                    <a:pt x="587751" y="10132776"/>
                  </a:cubicBezTo>
                  <a:cubicBezTo>
                    <a:pt x="-1075949" y="10469326"/>
                    <a:pt x="1206876" y="2922351"/>
                    <a:pt x="2321301" y="2627076"/>
                  </a:cubicBezTo>
                  <a:cubicBezTo>
                    <a:pt x="3435726" y="2331801"/>
                    <a:pt x="6642476" y="6802201"/>
                    <a:pt x="7274301" y="8361126"/>
                  </a:cubicBezTo>
                  <a:cubicBezTo>
                    <a:pt x="7906126" y="9920051"/>
                    <a:pt x="6775826" y="11377376"/>
                    <a:pt x="6112251" y="11980626"/>
                  </a:cubicBezTo>
                  <a:cubicBezTo>
                    <a:pt x="5448676" y="12583876"/>
                    <a:pt x="3019801" y="12964876"/>
                    <a:pt x="3292851" y="11980626"/>
                  </a:cubicBezTo>
                  <a:cubicBezTo>
                    <a:pt x="3565901" y="10996376"/>
                    <a:pt x="5820151" y="6684726"/>
                    <a:pt x="7750551" y="6075126"/>
                  </a:cubicBezTo>
                  <a:cubicBezTo>
                    <a:pt x="9680951" y="5465526"/>
                    <a:pt x="13602076" y="7761051"/>
                    <a:pt x="14875251" y="8323026"/>
                  </a:cubicBezTo>
                  <a:cubicBezTo>
                    <a:pt x="16148426" y="8885001"/>
                    <a:pt x="16389726" y="10437576"/>
                    <a:pt x="15389601" y="9446976"/>
                  </a:cubicBezTo>
                  <a:cubicBezTo>
                    <a:pt x="14389476" y="8456376"/>
                    <a:pt x="7594976" y="3525601"/>
                    <a:pt x="8874501" y="2379426"/>
                  </a:cubicBezTo>
                  <a:cubicBezTo>
                    <a:pt x="10154026" y="1233251"/>
                    <a:pt x="23438226" y="1233251"/>
                    <a:pt x="23066751" y="2569926"/>
                  </a:cubicBezTo>
                  <a:cubicBezTo>
                    <a:pt x="22695276" y="3906601"/>
                    <a:pt x="7026651" y="8967551"/>
                    <a:pt x="6645651" y="10399476"/>
                  </a:cubicBezTo>
                  <a:cubicBezTo>
                    <a:pt x="6264651" y="11831401"/>
                    <a:pt x="19818726" y="12399726"/>
                    <a:pt x="20780751" y="11161476"/>
                  </a:cubicBezTo>
                  <a:cubicBezTo>
                    <a:pt x="21742776" y="9923226"/>
                    <a:pt x="12087601" y="3843101"/>
                    <a:pt x="12417801" y="2969976"/>
                  </a:cubicBezTo>
                  <a:cubicBezTo>
                    <a:pt x="12748001" y="2096851"/>
                    <a:pt x="20869651" y="4313001"/>
                    <a:pt x="22761951" y="5922726"/>
                  </a:cubicBezTo>
                  <a:cubicBezTo>
                    <a:pt x="24654251" y="7532451"/>
                    <a:pt x="24378026" y="13193476"/>
                    <a:pt x="23771601" y="12628326"/>
                  </a:cubicBezTo>
                  <a:cubicBezTo>
                    <a:pt x="23165176" y="12063176"/>
                    <a:pt x="19104351" y="4379676"/>
                    <a:pt x="19123401" y="2531826"/>
                  </a:cubicBezTo>
                  <a:cubicBezTo>
                    <a:pt x="19142451" y="683976"/>
                    <a:pt x="23736676" y="-249474"/>
                    <a:pt x="23885901" y="1541226"/>
                  </a:cubicBezTo>
                  <a:cubicBezTo>
                    <a:pt x="24035126" y="3331926"/>
                    <a:pt x="22603201" y="12240976"/>
                    <a:pt x="20018751" y="13276026"/>
                  </a:cubicBezTo>
                  <a:cubicBezTo>
                    <a:pt x="17434301" y="14311076"/>
                    <a:pt x="11478001" y="7567376"/>
                    <a:pt x="8379201" y="7751526"/>
                  </a:cubicBezTo>
                  <a:cubicBezTo>
                    <a:pt x="5280401" y="7935676"/>
                    <a:pt x="-253624" y="14361876"/>
                    <a:pt x="1425951" y="14380926"/>
                  </a:cubicBezTo>
                  <a:cubicBezTo>
                    <a:pt x="3105526" y="14399976"/>
                    <a:pt x="17231101" y="7935676"/>
                    <a:pt x="18456651" y="7865826"/>
                  </a:cubicBezTo>
                  <a:cubicBezTo>
                    <a:pt x="19682201" y="7795976"/>
                    <a:pt x="8252201" y="14422201"/>
                    <a:pt x="8779251" y="13961826"/>
                  </a:cubicBezTo>
                  <a:cubicBezTo>
                    <a:pt x="9306301" y="13501451"/>
                    <a:pt x="20006051" y="5014676"/>
                    <a:pt x="21618951" y="5103576"/>
                  </a:cubicBezTo>
                  <a:cubicBezTo>
                    <a:pt x="23231851" y="5192476"/>
                    <a:pt x="18650326" y="14930201"/>
                    <a:pt x="18456651" y="14495226"/>
                  </a:cubicBezTo>
                  <a:cubicBezTo>
                    <a:pt x="18262976" y="14060251"/>
                    <a:pt x="19358351" y="3608151"/>
                    <a:pt x="20456901" y="2493726"/>
                  </a:cubicBezTo>
                  <a:cubicBezTo>
                    <a:pt x="21555451" y="1379301"/>
                    <a:pt x="27099001" y="7729301"/>
                    <a:pt x="25047951" y="7808676"/>
                  </a:cubicBezTo>
                  <a:cubicBezTo>
                    <a:pt x="22996901" y="7888051"/>
                    <a:pt x="12214601" y="3014426"/>
                    <a:pt x="8150601" y="2969976"/>
                  </a:cubicBezTo>
                  <a:cubicBezTo>
                    <a:pt x="4086601" y="2925526"/>
                    <a:pt x="-1990349" y="5811601"/>
                    <a:pt x="663951" y="7541976"/>
                  </a:cubicBezTo>
                  <a:cubicBezTo>
                    <a:pt x="3318251" y="9272351"/>
                    <a:pt x="22428576" y="12348926"/>
                    <a:pt x="24076401" y="13352226"/>
                  </a:cubicBezTo>
                  <a:cubicBezTo>
                    <a:pt x="25724226" y="14355526"/>
                    <a:pt x="14395826" y="13809426"/>
                    <a:pt x="10550901" y="13561776"/>
                  </a:cubicBezTo>
                  <a:cubicBezTo>
                    <a:pt x="6705976" y="13314126"/>
                    <a:pt x="1308476" y="13930076"/>
                    <a:pt x="1006851" y="11866326"/>
                  </a:cubicBezTo>
                  <a:cubicBezTo>
                    <a:pt x="705226" y="9802576"/>
                    <a:pt x="4924801" y="2563576"/>
                    <a:pt x="8741151" y="1179276"/>
                  </a:cubicBezTo>
                  <a:cubicBezTo>
                    <a:pt x="12557501" y="-205024"/>
                    <a:pt x="23847801" y="2763601"/>
                    <a:pt x="23904951" y="3560526"/>
                  </a:cubicBezTo>
                  <a:cubicBezTo>
                    <a:pt x="23962101" y="4357451"/>
                    <a:pt x="12271751" y="6351351"/>
                    <a:pt x="9084051" y="5960826"/>
                  </a:cubicBezTo>
                  <a:cubicBezTo>
                    <a:pt x="5896351" y="5570301"/>
                    <a:pt x="6223376" y="2004776"/>
                    <a:pt x="4778751" y="1217376"/>
                  </a:cubicBezTo>
                  <a:cubicBezTo>
                    <a:pt x="3334126" y="429976"/>
                    <a:pt x="594101" y="-14524"/>
                    <a:pt x="416301" y="1236426"/>
                  </a:cubicBezTo>
                  <a:cubicBezTo>
                    <a:pt x="238501" y="2487376"/>
                    <a:pt x="1241801" y="6656151"/>
                    <a:pt x="3711951" y="8723076"/>
                  </a:cubicBezTo>
                  <a:cubicBezTo>
                    <a:pt x="6182101" y="10790001"/>
                    <a:pt x="13646526" y="14768276"/>
                    <a:pt x="15237201" y="13637976"/>
                  </a:cubicBezTo>
                  <a:cubicBezTo>
                    <a:pt x="16827876" y="12507676"/>
                    <a:pt x="13795751" y="2916001"/>
                    <a:pt x="13256001" y="1941276"/>
                  </a:cubicBezTo>
                  <a:cubicBezTo>
                    <a:pt x="12716251" y="966551"/>
                    <a:pt x="12868651" y="6027501"/>
                    <a:pt x="11998701" y="7789626"/>
                  </a:cubicBezTo>
                  <a:cubicBezTo>
                    <a:pt x="11128751" y="9551751"/>
                    <a:pt x="8160126" y="13469701"/>
                    <a:pt x="8036301" y="12514026"/>
                  </a:cubicBezTo>
                  <a:cubicBezTo>
                    <a:pt x="7912476" y="11558351"/>
                    <a:pt x="9220576" y="2211151"/>
                    <a:pt x="11255751" y="2055576"/>
                  </a:cubicBezTo>
                  <a:cubicBezTo>
                    <a:pt x="13290926" y="1900001"/>
                    <a:pt x="20698201" y="10205801"/>
                    <a:pt x="20247351" y="11580576"/>
                  </a:cubicBezTo>
                  <a:cubicBezTo>
                    <a:pt x="19796501" y="12955351"/>
                    <a:pt x="8217276" y="11831401"/>
                    <a:pt x="8550651" y="10304226"/>
                  </a:cubicBezTo>
                  <a:cubicBezTo>
                    <a:pt x="8884026" y="8777051"/>
                    <a:pt x="20568026" y="4074876"/>
                    <a:pt x="22247601" y="2417526"/>
                  </a:cubicBezTo>
                  <a:cubicBezTo>
                    <a:pt x="23927176" y="760176"/>
                    <a:pt x="19599651" y="-700324"/>
                    <a:pt x="18628101" y="360126"/>
                  </a:cubicBezTo>
                  <a:cubicBezTo>
                    <a:pt x="17656551" y="1420576"/>
                    <a:pt x="16596101" y="6608526"/>
                    <a:pt x="16418301" y="8780226"/>
                  </a:cubicBezTo>
                  <a:cubicBezTo>
                    <a:pt x="16240501" y="10951926"/>
                    <a:pt x="16129376" y="14326951"/>
                    <a:pt x="17561301" y="13390326"/>
                  </a:cubicBezTo>
                  <a:cubicBezTo>
                    <a:pt x="18993226" y="12453701"/>
                    <a:pt x="22001538" y="7807088"/>
                    <a:pt x="25009851" y="3160476"/>
                  </a:cubicBezTo>
                </a:path>
              </a:pathLst>
            </a:custGeom>
            <a:noFill/>
            <a:ln w="7620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5C5A7CA0-70D7-4E16-8BB3-FCEE3ECFECFE}"/>
                </a:ext>
              </a:extLst>
            </p:cNvPr>
            <p:cNvSpPr/>
            <p:nvPr/>
          </p:nvSpPr>
          <p:spPr>
            <a:xfrm>
              <a:off x="-1556502" y="-722076"/>
              <a:ext cx="25499168" cy="14509375"/>
            </a:xfrm>
            <a:custGeom>
              <a:avLst/>
              <a:gdLst>
                <a:gd name="connsiteX0" fmla="*/ 1197351 w 25499168"/>
                <a:gd name="connsiteY0" fmla="*/ 1198326 h 14509375"/>
                <a:gd name="connsiteX1" fmla="*/ 1311651 w 25499168"/>
                <a:gd name="connsiteY1" fmla="*/ 1160226 h 14509375"/>
                <a:gd name="connsiteX2" fmla="*/ 3997701 w 25499168"/>
                <a:gd name="connsiteY2" fmla="*/ 1731726 h 14509375"/>
                <a:gd name="connsiteX3" fmla="*/ 2302251 w 25499168"/>
                <a:gd name="connsiteY3" fmla="*/ 4132026 h 14509375"/>
                <a:gd name="connsiteX4" fmla="*/ 7407651 w 25499168"/>
                <a:gd name="connsiteY4" fmla="*/ 1484076 h 14509375"/>
                <a:gd name="connsiteX5" fmla="*/ 2054601 w 25499168"/>
                <a:gd name="connsiteY5" fmla="*/ 7160976 h 14509375"/>
                <a:gd name="connsiteX6" fmla="*/ 12303501 w 25499168"/>
                <a:gd name="connsiteY6" fmla="*/ 607776 h 14509375"/>
                <a:gd name="connsiteX7" fmla="*/ 587751 w 25499168"/>
                <a:gd name="connsiteY7" fmla="*/ 10132776 h 14509375"/>
                <a:gd name="connsiteX8" fmla="*/ 2321301 w 25499168"/>
                <a:gd name="connsiteY8" fmla="*/ 2627076 h 14509375"/>
                <a:gd name="connsiteX9" fmla="*/ 7274301 w 25499168"/>
                <a:gd name="connsiteY9" fmla="*/ 8361126 h 14509375"/>
                <a:gd name="connsiteX10" fmla="*/ 6112251 w 25499168"/>
                <a:gd name="connsiteY10" fmla="*/ 11980626 h 14509375"/>
                <a:gd name="connsiteX11" fmla="*/ 3292851 w 25499168"/>
                <a:gd name="connsiteY11" fmla="*/ 11980626 h 14509375"/>
                <a:gd name="connsiteX12" fmla="*/ 7750551 w 25499168"/>
                <a:gd name="connsiteY12" fmla="*/ 6075126 h 14509375"/>
                <a:gd name="connsiteX13" fmla="*/ 14875251 w 25499168"/>
                <a:gd name="connsiteY13" fmla="*/ 8323026 h 14509375"/>
                <a:gd name="connsiteX14" fmla="*/ 15389601 w 25499168"/>
                <a:gd name="connsiteY14" fmla="*/ 9446976 h 14509375"/>
                <a:gd name="connsiteX15" fmla="*/ 8874501 w 25499168"/>
                <a:gd name="connsiteY15" fmla="*/ 2379426 h 14509375"/>
                <a:gd name="connsiteX16" fmla="*/ 23066751 w 25499168"/>
                <a:gd name="connsiteY16" fmla="*/ 2569926 h 14509375"/>
                <a:gd name="connsiteX17" fmla="*/ 6645651 w 25499168"/>
                <a:gd name="connsiteY17" fmla="*/ 10399476 h 14509375"/>
                <a:gd name="connsiteX18" fmla="*/ 20780751 w 25499168"/>
                <a:gd name="connsiteY18" fmla="*/ 11161476 h 14509375"/>
                <a:gd name="connsiteX19" fmla="*/ 12417801 w 25499168"/>
                <a:gd name="connsiteY19" fmla="*/ 2969976 h 14509375"/>
                <a:gd name="connsiteX20" fmla="*/ 22761951 w 25499168"/>
                <a:gd name="connsiteY20" fmla="*/ 5922726 h 14509375"/>
                <a:gd name="connsiteX21" fmla="*/ 23771601 w 25499168"/>
                <a:gd name="connsiteY21" fmla="*/ 12628326 h 14509375"/>
                <a:gd name="connsiteX22" fmla="*/ 19123401 w 25499168"/>
                <a:gd name="connsiteY22" fmla="*/ 2531826 h 14509375"/>
                <a:gd name="connsiteX23" fmla="*/ 23885901 w 25499168"/>
                <a:gd name="connsiteY23" fmla="*/ 1541226 h 14509375"/>
                <a:gd name="connsiteX24" fmla="*/ 20018751 w 25499168"/>
                <a:gd name="connsiteY24" fmla="*/ 13276026 h 14509375"/>
                <a:gd name="connsiteX25" fmla="*/ 8379201 w 25499168"/>
                <a:gd name="connsiteY25" fmla="*/ 7751526 h 14509375"/>
                <a:gd name="connsiteX26" fmla="*/ 1425951 w 25499168"/>
                <a:gd name="connsiteY26" fmla="*/ 14380926 h 14509375"/>
                <a:gd name="connsiteX27" fmla="*/ 18456651 w 25499168"/>
                <a:gd name="connsiteY27" fmla="*/ 7865826 h 14509375"/>
                <a:gd name="connsiteX28" fmla="*/ 8779251 w 25499168"/>
                <a:gd name="connsiteY28" fmla="*/ 13961826 h 14509375"/>
                <a:gd name="connsiteX29" fmla="*/ 21618951 w 25499168"/>
                <a:gd name="connsiteY29" fmla="*/ 5103576 h 14509375"/>
                <a:gd name="connsiteX30" fmla="*/ 18456651 w 25499168"/>
                <a:gd name="connsiteY30" fmla="*/ 14495226 h 14509375"/>
                <a:gd name="connsiteX31" fmla="*/ 20456901 w 25499168"/>
                <a:gd name="connsiteY31" fmla="*/ 2493726 h 14509375"/>
                <a:gd name="connsiteX32" fmla="*/ 25047951 w 25499168"/>
                <a:gd name="connsiteY32" fmla="*/ 7808676 h 14509375"/>
                <a:gd name="connsiteX33" fmla="*/ 8150601 w 25499168"/>
                <a:gd name="connsiteY33" fmla="*/ 2969976 h 14509375"/>
                <a:gd name="connsiteX34" fmla="*/ 663951 w 25499168"/>
                <a:gd name="connsiteY34" fmla="*/ 7541976 h 14509375"/>
                <a:gd name="connsiteX35" fmla="*/ 24076401 w 25499168"/>
                <a:gd name="connsiteY35" fmla="*/ 13352226 h 14509375"/>
                <a:gd name="connsiteX36" fmla="*/ 10550901 w 25499168"/>
                <a:gd name="connsiteY36" fmla="*/ 13561776 h 14509375"/>
                <a:gd name="connsiteX37" fmla="*/ 1006851 w 25499168"/>
                <a:gd name="connsiteY37" fmla="*/ 11866326 h 14509375"/>
                <a:gd name="connsiteX38" fmla="*/ 8741151 w 25499168"/>
                <a:gd name="connsiteY38" fmla="*/ 1179276 h 14509375"/>
                <a:gd name="connsiteX39" fmla="*/ 23904951 w 25499168"/>
                <a:gd name="connsiteY39" fmla="*/ 3560526 h 14509375"/>
                <a:gd name="connsiteX40" fmla="*/ 9084051 w 25499168"/>
                <a:gd name="connsiteY40" fmla="*/ 5960826 h 14509375"/>
                <a:gd name="connsiteX41" fmla="*/ 4778751 w 25499168"/>
                <a:gd name="connsiteY41" fmla="*/ 1217376 h 14509375"/>
                <a:gd name="connsiteX42" fmla="*/ 416301 w 25499168"/>
                <a:gd name="connsiteY42" fmla="*/ 1236426 h 14509375"/>
                <a:gd name="connsiteX43" fmla="*/ 3711951 w 25499168"/>
                <a:gd name="connsiteY43" fmla="*/ 8723076 h 14509375"/>
                <a:gd name="connsiteX44" fmla="*/ 15237201 w 25499168"/>
                <a:gd name="connsiteY44" fmla="*/ 13637976 h 14509375"/>
                <a:gd name="connsiteX45" fmla="*/ 13256001 w 25499168"/>
                <a:gd name="connsiteY45" fmla="*/ 1941276 h 14509375"/>
                <a:gd name="connsiteX46" fmla="*/ 11998701 w 25499168"/>
                <a:gd name="connsiteY46" fmla="*/ 7789626 h 14509375"/>
                <a:gd name="connsiteX47" fmla="*/ 8036301 w 25499168"/>
                <a:gd name="connsiteY47" fmla="*/ 12514026 h 14509375"/>
                <a:gd name="connsiteX48" fmla="*/ 11255751 w 25499168"/>
                <a:gd name="connsiteY48" fmla="*/ 2055576 h 14509375"/>
                <a:gd name="connsiteX49" fmla="*/ 20247351 w 25499168"/>
                <a:gd name="connsiteY49" fmla="*/ 11580576 h 14509375"/>
                <a:gd name="connsiteX50" fmla="*/ 8550651 w 25499168"/>
                <a:gd name="connsiteY50" fmla="*/ 10304226 h 14509375"/>
                <a:gd name="connsiteX51" fmla="*/ 22247601 w 25499168"/>
                <a:gd name="connsiteY51" fmla="*/ 2417526 h 14509375"/>
                <a:gd name="connsiteX52" fmla="*/ 18628101 w 25499168"/>
                <a:gd name="connsiteY52" fmla="*/ 360126 h 14509375"/>
                <a:gd name="connsiteX53" fmla="*/ 16418301 w 25499168"/>
                <a:gd name="connsiteY53" fmla="*/ 8780226 h 14509375"/>
                <a:gd name="connsiteX54" fmla="*/ 17561301 w 25499168"/>
                <a:gd name="connsiteY54" fmla="*/ 13390326 h 14509375"/>
                <a:gd name="connsiteX55" fmla="*/ 25009851 w 25499168"/>
                <a:gd name="connsiteY55" fmla="*/ 3160476 h 1450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5499168" h="14509375">
                  <a:moveTo>
                    <a:pt x="1197351" y="1198326"/>
                  </a:moveTo>
                  <a:cubicBezTo>
                    <a:pt x="1021138" y="1134826"/>
                    <a:pt x="844926" y="1071326"/>
                    <a:pt x="1311651" y="1160226"/>
                  </a:cubicBezTo>
                  <a:cubicBezTo>
                    <a:pt x="1778376" y="1249126"/>
                    <a:pt x="3832601" y="1236426"/>
                    <a:pt x="3997701" y="1731726"/>
                  </a:cubicBezTo>
                  <a:cubicBezTo>
                    <a:pt x="4162801" y="2227026"/>
                    <a:pt x="1733926" y="4173301"/>
                    <a:pt x="2302251" y="4132026"/>
                  </a:cubicBezTo>
                  <a:cubicBezTo>
                    <a:pt x="2870576" y="4090751"/>
                    <a:pt x="7448926" y="979251"/>
                    <a:pt x="7407651" y="1484076"/>
                  </a:cubicBezTo>
                  <a:cubicBezTo>
                    <a:pt x="7366376" y="1988901"/>
                    <a:pt x="1238626" y="7307026"/>
                    <a:pt x="2054601" y="7160976"/>
                  </a:cubicBezTo>
                  <a:cubicBezTo>
                    <a:pt x="2870576" y="7014926"/>
                    <a:pt x="12547976" y="112476"/>
                    <a:pt x="12303501" y="607776"/>
                  </a:cubicBezTo>
                  <a:cubicBezTo>
                    <a:pt x="12059026" y="1103076"/>
                    <a:pt x="2251451" y="9796226"/>
                    <a:pt x="587751" y="10132776"/>
                  </a:cubicBezTo>
                  <a:cubicBezTo>
                    <a:pt x="-1075949" y="10469326"/>
                    <a:pt x="1206876" y="2922351"/>
                    <a:pt x="2321301" y="2627076"/>
                  </a:cubicBezTo>
                  <a:cubicBezTo>
                    <a:pt x="3435726" y="2331801"/>
                    <a:pt x="6642476" y="6802201"/>
                    <a:pt x="7274301" y="8361126"/>
                  </a:cubicBezTo>
                  <a:cubicBezTo>
                    <a:pt x="7906126" y="9920051"/>
                    <a:pt x="6775826" y="11377376"/>
                    <a:pt x="6112251" y="11980626"/>
                  </a:cubicBezTo>
                  <a:cubicBezTo>
                    <a:pt x="5448676" y="12583876"/>
                    <a:pt x="3019801" y="12964876"/>
                    <a:pt x="3292851" y="11980626"/>
                  </a:cubicBezTo>
                  <a:cubicBezTo>
                    <a:pt x="3565901" y="10996376"/>
                    <a:pt x="5820151" y="6684726"/>
                    <a:pt x="7750551" y="6075126"/>
                  </a:cubicBezTo>
                  <a:cubicBezTo>
                    <a:pt x="9680951" y="5465526"/>
                    <a:pt x="13602076" y="7761051"/>
                    <a:pt x="14875251" y="8323026"/>
                  </a:cubicBezTo>
                  <a:cubicBezTo>
                    <a:pt x="16148426" y="8885001"/>
                    <a:pt x="16389726" y="10437576"/>
                    <a:pt x="15389601" y="9446976"/>
                  </a:cubicBezTo>
                  <a:cubicBezTo>
                    <a:pt x="14389476" y="8456376"/>
                    <a:pt x="7594976" y="3525601"/>
                    <a:pt x="8874501" y="2379426"/>
                  </a:cubicBezTo>
                  <a:cubicBezTo>
                    <a:pt x="10154026" y="1233251"/>
                    <a:pt x="23438226" y="1233251"/>
                    <a:pt x="23066751" y="2569926"/>
                  </a:cubicBezTo>
                  <a:cubicBezTo>
                    <a:pt x="22695276" y="3906601"/>
                    <a:pt x="7026651" y="8967551"/>
                    <a:pt x="6645651" y="10399476"/>
                  </a:cubicBezTo>
                  <a:cubicBezTo>
                    <a:pt x="6264651" y="11831401"/>
                    <a:pt x="19818726" y="12399726"/>
                    <a:pt x="20780751" y="11161476"/>
                  </a:cubicBezTo>
                  <a:cubicBezTo>
                    <a:pt x="21742776" y="9923226"/>
                    <a:pt x="12087601" y="3843101"/>
                    <a:pt x="12417801" y="2969976"/>
                  </a:cubicBezTo>
                  <a:cubicBezTo>
                    <a:pt x="12748001" y="2096851"/>
                    <a:pt x="20869651" y="4313001"/>
                    <a:pt x="22761951" y="5922726"/>
                  </a:cubicBezTo>
                  <a:cubicBezTo>
                    <a:pt x="24654251" y="7532451"/>
                    <a:pt x="24378026" y="13193476"/>
                    <a:pt x="23771601" y="12628326"/>
                  </a:cubicBezTo>
                  <a:cubicBezTo>
                    <a:pt x="23165176" y="12063176"/>
                    <a:pt x="19104351" y="4379676"/>
                    <a:pt x="19123401" y="2531826"/>
                  </a:cubicBezTo>
                  <a:cubicBezTo>
                    <a:pt x="19142451" y="683976"/>
                    <a:pt x="23736676" y="-249474"/>
                    <a:pt x="23885901" y="1541226"/>
                  </a:cubicBezTo>
                  <a:cubicBezTo>
                    <a:pt x="24035126" y="3331926"/>
                    <a:pt x="22603201" y="12240976"/>
                    <a:pt x="20018751" y="13276026"/>
                  </a:cubicBezTo>
                  <a:cubicBezTo>
                    <a:pt x="17434301" y="14311076"/>
                    <a:pt x="11478001" y="7567376"/>
                    <a:pt x="8379201" y="7751526"/>
                  </a:cubicBezTo>
                  <a:cubicBezTo>
                    <a:pt x="5280401" y="7935676"/>
                    <a:pt x="-253624" y="14361876"/>
                    <a:pt x="1425951" y="14380926"/>
                  </a:cubicBezTo>
                  <a:cubicBezTo>
                    <a:pt x="3105526" y="14399976"/>
                    <a:pt x="17231101" y="7935676"/>
                    <a:pt x="18456651" y="7865826"/>
                  </a:cubicBezTo>
                  <a:cubicBezTo>
                    <a:pt x="19682201" y="7795976"/>
                    <a:pt x="8252201" y="14422201"/>
                    <a:pt x="8779251" y="13961826"/>
                  </a:cubicBezTo>
                  <a:cubicBezTo>
                    <a:pt x="9306301" y="13501451"/>
                    <a:pt x="20006051" y="5014676"/>
                    <a:pt x="21618951" y="5103576"/>
                  </a:cubicBezTo>
                  <a:cubicBezTo>
                    <a:pt x="23231851" y="5192476"/>
                    <a:pt x="18650326" y="14930201"/>
                    <a:pt x="18456651" y="14495226"/>
                  </a:cubicBezTo>
                  <a:cubicBezTo>
                    <a:pt x="18262976" y="14060251"/>
                    <a:pt x="19358351" y="3608151"/>
                    <a:pt x="20456901" y="2493726"/>
                  </a:cubicBezTo>
                  <a:cubicBezTo>
                    <a:pt x="21555451" y="1379301"/>
                    <a:pt x="27099001" y="7729301"/>
                    <a:pt x="25047951" y="7808676"/>
                  </a:cubicBezTo>
                  <a:cubicBezTo>
                    <a:pt x="22996901" y="7888051"/>
                    <a:pt x="12214601" y="3014426"/>
                    <a:pt x="8150601" y="2969976"/>
                  </a:cubicBezTo>
                  <a:cubicBezTo>
                    <a:pt x="4086601" y="2925526"/>
                    <a:pt x="-1990349" y="5811601"/>
                    <a:pt x="663951" y="7541976"/>
                  </a:cubicBezTo>
                  <a:cubicBezTo>
                    <a:pt x="3318251" y="9272351"/>
                    <a:pt x="22428576" y="12348926"/>
                    <a:pt x="24076401" y="13352226"/>
                  </a:cubicBezTo>
                  <a:cubicBezTo>
                    <a:pt x="25724226" y="14355526"/>
                    <a:pt x="14395826" y="13809426"/>
                    <a:pt x="10550901" y="13561776"/>
                  </a:cubicBezTo>
                  <a:cubicBezTo>
                    <a:pt x="6705976" y="13314126"/>
                    <a:pt x="1308476" y="13930076"/>
                    <a:pt x="1006851" y="11866326"/>
                  </a:cubicBezTo>
                  <a:cubicBezTo>
                    <a:pt x="705226" y="9802576"/>
                    <a:pt x="4924801" y="2563576"/>
                    <a:pt x="8741151" y="1179276"/>
                  </a:cubicBezTo>
                  <a:cubicBezTo>
                    <a:pt x="12557501" y="-205024"/>
                    <a:pt x="23847801" y="2763601"/>
                    <a:pt x="23904951" y="3560526"/>
                  </a:cubicBezTo>
                  <a:cubicBezTo>
                    <a:pt x="23962101" y="4357451"/>
                    <a:pt x="12271751" y="6351351"/>
                    <a:pt x="9084051" y="5960826"/>
                  </a:cubicBezTo>
                  <a:cubicBezTo>
                    <a:pt x="5896351" y="5570301"/>
                    <a:pt x="6223376" y="2004776"/>
                    <a:pt x="4778751" y="1217376"/>
                  </a:cubicBezTo>
                  <a:cubicBezTo>
                    <a:pt x="3334126" y="429976"/>
                    <a:pt x="594101" y="-14524"/>
                    <a:pt x="416301" y="1236426"/>
                  </a:cubicBezTo>
                  <a:cubicBezTo>
                    <a:pt x="238501" y="2487376"/>
                    <a:pt x="1241801" y="6656151"/>
                    <a:pt x="3711951" y="8723076"/>
                  </a:cubicBezTo>
                  <a:cubicBezTo>
                    <a:pt x="6182101" y="10790001"/>
                    <a:pt x="13646526" y="14768276"/>
                    <a:pt x="15237201" y="13637976"/>
                  </a:cubicBezTo>
                  <a:cubicBezTo>
                    <a:pt x="16827876" y="12507676"/>
                    <a:pt x="13795751" y="2916001"/>
                    <a:pt x="13256001" y="1941276"/>
                  </a:cubicBezTo>
                  <a:cubicBezTo>
                    <a:pt x="12716251" y="966551"/>
                    <a:pt x="12868651" y="6027501"/>
                    <a:pt x="11998701" y="7789626"/>
                  </a:cubicBezTo>
                  <a:cubicBezTo>
                    <a:pt x="11128751" y="9551751"/>
                    <a:pt x="8160126" y="13469701"/>
                    <a:pt x="8036301" y="12514026"/>
                  </a:cubicBezTo>
                  <a:cubicBezTo>
                    <a:pt x="7912476" y="11558351"/>
                    <a:pt x="9220576" y="2211151"/>
                    <a:pt x="11255751" y="2055576"/>
                  </a:cubicBezTo>
                  <a:cubicBezTo>
                    <a:pt x="13290926" y="1900001"/>
                    <a:pt x="20698201" y="10205801"/>
                    <a:pt x="20247351" y="11580576"/>
                  </a:cubicBezTo>
                  <a:cubicBezTo>
                    <a:pt x="19796501" y="12955351"/>
                    <a:pt x="8217276" y="11831401"/>
                    <a:pt x="8550651" y="10304226"/>
                  </a:cubicBezTo>
                  <a:cubicBezTo>
                    <a:pt x="8884026" y="8777051"/>
                    <a:pt x="20568026" y="4074876"/>
                    <a:pt x="22247601" y="2417526"/>
                  </a:cubicBezTo>
                  <a:cubicBezTo>
                    <a:pt x="23927176" y="760176"/>
                    <a:pt x="19599651" y="-700324"/>
                    <a:pt x="18628101" y="360126"/>
                  </a:cubicBezTo>
                  <a:cubicBezTo>
                    <a:pt x="17656551" y="1420576"/>
                    <a:pt x="16596101" y="6608526"/>
                    <a:pt x="16418301" y="8780226"/>
                  </a:cubicBezTo>
                  <a:cubicBezTo>
                    <a:pt x="16240501" y="10951926"/>
                    <a:pt x="16129376" y="14326951"/>
                    <a:pt x="17561301" y="13390326"/>
                  </a:cubicBezTo>
                  <a:cubicBezTo>
                    <a:pt x="18993226" y="12453701"/>
                    <a:pt x="22001538" y="7807088"/>
                    <a:pt x="25009851" y="3160476"/>
                  </a:cubicBezTo>
                </a:path>
              </a:pathLst>
            </a:custGeom>
            <a:noFill/>
            <a:ln w="7620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3D5839E3-298F-4615-9E8F-76F029236A78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SentyTEA ÂµÙ"/>
            </a:endParaRPr>
          </a:p>
        </p:txBody>
      </p:sp>
      <p:sp>
        <p:nvSpPr>
          <p:cNvPr id="73" name="简单的总结"/>
          <p:cNvSpPr txBox="1"/>
          <p:nvPr/>
        </p:nvSpPr>
        <p:spPr>
          <a:xfrm>
            <a:off x="1091220" y="7154799"/>
            <a:ext cx="22201591" cy="287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0000"/>
            </a:lvl1pPr>
          </a:lstStyle>
          <a:p>
            <a:r>
              <a:rPr lang="tr-TR" err="1">
                <a:sym typeface="+mn-lt"/>
              </a:rPr>
              <a:t>Causes</a:t>
            </a:r>
            <a:r>
              <a:rPr lang="tr-TR">
                <a:sym typeface="+mn-lt"/>
              </a:rPr>
              <a:t> </a:t>
            </a:r>
            <a:r>
              <a:rPr lang="tr-TR" err="1">
                <a:sym typeface="+mn-lt"/>
              </a:rPr>
              <a:t>d'attrition</a:t>
            </a:r>
            <a:r>
              <a:rPr lang="tr-TR">
                <a:sym typeface="+mn-lt"/>
              </a:rPr>
              <a:t> </a:t>
            </a:r>
            <a:r>
              <a:rPr lang="tr-TR" err="1">
                <a:sym typeface="+mn-lt"/>
              </a:rPr>
              <a:t>au</a:t>
            </a:r>
            <a:r>
              <a:rPr lang="tr-TR">
                <a:sym typeface="+mn-lt"/>
              </a:rPr>
              <a:t> </a:t>
            </a:r>
            <a:r>
              <a:rPr lang="tr-TR" err="1">
                <a:sym typeface="+mn-lt"/>
              </a:rPr>
              <a:t>sein</a:t>
            </a:r>
            <a:r>
              <a:rPr lang="tr-TR">
                <a:sym typeface="+mn-lt"/>
              </a:rPr>
              <a:t> </a:t>
            </a:r>
            <a:r>
              <a:rPr lang="tr-TR" err="1">
                <a:sym typeface="+mn-lt"/>
              </a:rPr>
              <a:t>d'une</a:t>
            </a:r>
            <a:r>
              <a:rPr lang="tr-TR">
                <a:sym typeface="+mn-lt"/>
              </a:rPr>
              <a:t> ESN </a:t>
            </a:r>
            <a:endParaRPr lang="fr-FR">
              <a:sym typeface="+mn-lt"/>
            </a:endParaRPr>
          </a:p>
          <a:p>
            <a:endParaRPr lang="tr-TR" sz="8000" b="1">
              <a:latin typeface="Century Gothic" panose="020B0502020202020204" pitchFamily="34" charset="0"/>
              <a:ea typeface="+mn-ea"/>
              <a:cs typeface="+mn-ea"/>
            </a:endParaRPr>
          </a:p>
        </p:txBody>
      </p:sp>
      <p:sp>
        <p:nvSpPr>
          <p:cNvPr id="74" name="Annual Report Presentation…"/>
          <p:cNvSpPr txBox="1"/>
          <p:nvPr/>
        </p:nvSpPr>
        <p:spPr>
          <a:xfrm>
            <a:off x="10460759" y="10421219"/>
            <a:ext cx="3462486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5000">
                <a:solidFill>
                  <a:srgbClr val="474747"/>
                </a:solidFill>
              </a:defRPr>
            </a:pPr>
            <a:r>
              <a:rPr lang="tr-TR" sz="4000" spc="-150" err="1">
                <a:latin typeface="Century Gothic"/>
                <a:ea typeface="+mn-ea"/>
                <a:cs typeface="+mn-ea"/>
                <a:sym typeface="+mn-lt"/>
              </a:rPr>
              <a:t>Projet</a:t>
            </a:r>
            <a:r>
              <a:rPr lang="tr-TR" sz="4000" spc="-150">
                <a:latin typeface="Century Gothic"/>
                <a:ea typeface="+mn-ea"/>
                <a:cs typeface="+mn-ea"/>
                <a:sym typeface="+mn-lt"/>
              </a:rPr>
              <a:t> 04</a:t>
            </a:r>
            <a:br>
              <a:rPr lang="tr-TR" sz="4000" spc="-150">
                <a:latin typeface="Century Gothic"/>
                <a:ea typeface="+mn-ea"/>
                <a:cs typeface="+mn-ea"/>
                <a:sym typeface="+mn-lt"/>
              </a:rPr>
            </a:br>
            <a:r>
              <a:rPr lang="tr-TR" sz="4000" spc="-150">
                <a:ea typeface="+mn-ea"/>
                <a:cs typeface="+mn-ea"/>
              </a:rPr>
              <a:t>Marc </a:t>
            </a:r>
            <a:r>
              <a:rPr lang="tr-TR" sz="4000" spc="-150" err="1">
                <a:ea typeface="+mn-ea"/>
                <a:cs typeface="+mn-ea"/>
              </a:rPr>
              <a:t>Bouchez</a:t>
            </a:r>
            <a:endParaRPr lang="fr-FR" err="1">
              <a:ea typeface="+mn-ea"/>
              <a:cs typeface="+mn-ea"/>
            </a:endParaRPr>
          </a:p>
        </p:txBody>
      </p:sp>
      <p:sp>
        <p:nvSpPr>
          <p:cNvPr id="75" name="形状"/>
          <p:cNvSpPr/>
          <p:nvPr/>
        </p:nvSpPr>
        <p:spPr>
          <a:xfrm>
            <a:off x="10595464" y="11742292"/>
            <a:ext cx="3523117" cy="2549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l" defTabSz="815467">
              <a:lnSpc>
                <a:spcPct val="93000"/>
              </a:lnSpc>
              <a:defRPr sz="3200"/>
            </a:pP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shutterstock-704193445-3461184.png" descr="shutterstock-704193445-3461184.png">
            <a:extLst>
              <a:ext uri="{FF2B5EF4-FFF2-40B4-BE49-F238E27FC236}">
                <a16:creationId xmlns:a16="http://schemas.microsoft.com/office/drawing/2014/main" id="{E19653B9-1A12-B2B5-C131-37F24A3DF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797" y="558597"/>
            <a:ext cx="10418915" cy="665406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54704129"/>
      </p:ext>
    </p:extLst>
  </p:cSld>
  <p:clrMapOvr>
    <a:masterClrMapping/>
  </p:clrMapOvr>
  <p:transition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25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" accel="100000" fill="hold">
                                          <p:stCondLst>
                                            <p:cond delay="225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 advAuto="0"/>
      <p:bldP spid="75" grpId="0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01"/>
          <p:cNvSpPr txBox="1"/>
          <p:nvPr/>
        </p:nvSpPr>
        <p:spPr>
          <a:xfrm>
            <a:off x="11574936" y="2938339"/>
            <a:ext cx="1661731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6500">
                <a:solidFill>
                  <a:srgbClr val="474747"/>
                </a:solidFill>
              </a:defRPr>
            </a:lvl1pPr>
          </a:lstStyle>
          <a:p>
            <a:r>
              <a:rPr>
                <a:ea typeface="+mn-ea"/>
                <a:cs typeface="+mn-ea"/>
                <a:sym typeface="+mn-lt"/>
              </a:rPr>
              <a:t>01</a:t>
            </a:r>
          </a:p>
        </p:txBody>
      </p:sp>
      <p:sp>
        <p:nvSpPr>
          <p:cNvPr id="116" name="章节名称"/>
          <p:cNvSpPr txBox="1"/>
          <p:nvPr/>
        </p:nvSpPr>
        <p:spPr>
          <a:xfrm>
            <a:off x="13129517" y="2876450"/>
            <a:ext cx="10570637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500">
                <a:solidFill>
                  <a:srgbClr val="474747"/>
                </a:solidFill>
              </a:defRPr>
            </a:lvl1pPr>
          </a:lstStyle>
          <a:p>
            <a:r>
              <a:rPr lang="tr-TR" b="1" err="1">
                <a:ea typeface="宋体"/>
                <a:cs typeface="+mn-ea"/>
                <a:sym typeface="+mn-lt"/>
              </a:rPr>
              <a:t>Préparation</a:t>
            </a:r>
            <a:r>
              <a:rPr lang="tr-TR" b="1">
                <a:ea typeface="+mn-ea"/>
                <a:cs typeface="+mn-ea"/>
                <a:sym typeface="+mn-lt"/>
              </a:rPr>
              <a:t> </a:t>
            </a:r>
            <a:r>
              <a:rPr lang="tr-TR" b="1" err="1">
                <a:ea typeface="+mn-ea"/>
                <a:cs typeface="+mn-ea"/>
                <a:sym typeface="+mn-lt"/>
              </a:rPr>
              <a:t>des</a:t>
            </a:r>
            <a:r>
              <a:rPr lang="tr-TR" b="1">
                <a:ea typeface="+mn-ea"/>
                <a:cs typeface="+mn-ea"/>
                <a:sym typeface="+mn-lt"/>
              </a:rPr>
              <a:t> </a:t>
            </a:r>
            <a:r>
              <a:rPr lang="tr-TR" b="1" err="1">
                <a:ea typeface="+mn-ea"/>
                <a:cs typeface="+mn-ea"/>
                <a:sym typeface="+mn-lt"/>
              </a:rPr>
              <a:t>données</a:t>
            </a:r>
            <a:endParaRPr lang="fr-FR" b="1" err="1">
              <a:ea typeface="+mn-ea"/>
              <a:cs typeface="+mn-ea"/>
            </a:endParaRPr>
          </a:p>
        </p:txBody>
      </p:sp>
      <p:sp>
        <p:nvSpPr>
          <p:cNvPr id="117" name="02"/>
          <p:cNvSpPr txBox="1"/>
          <p:nvPr/>
        </p:nvSpPr>
        <p:spPr>
          <a:xfrm>
            <a:off x="11574935" y="4469286"/>
            <a:ext cx="1661731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6500">
                <a:solidFill>
                  <a:srgbClr val="474747"/>
                </a:solidFill>
              </a:defRPr>
            </a:lvl1pPr>
          </a:lstStyle>
          <a:p>
            <a:r>
              <a:rPr>
                <a:ea typeface="+mn-ea"/>
                <a:cs typeface="+mn-ea"/>
                <a:sym typeface="+mn-lt"/>
              </a:rPr>
              <a:t>02</a:t>
            </a:r>
          </a:p>
        </p:txBody>
      </p:sp>
      <p:sp>
        <p:nvSpPr>
          <p:cNvPr id="118" name="章节名称"/>
          <p:cNvSpPr txBox="1"/>
          <p:nvPr/>
        </p:nvSpPr>
        <p:spPr>
          <a:xfrm>
            <a:off x="13228316" y="4469286"/>
            <a:ext cx="9509701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500">
                <a:solidFill>
                  <a:srgbClr val="474747"/>
                </a:solidFill>
              </a:defRPr>
            </a:lvl1pPr>
          </a:lstStyle>
          <a:p>
            <a:r>
              <a:rPr lang="tr-TR" altLang="zh-CN" b="1" err="1">
                <a:ea typeface="宋体"/>
                <a:cs typeface="+mn-ea"/>
                <a:sym typeface="+mn-lt"/>
              </a:rPr>
              <a:t>Insight</a:t>
            </a:r>
            <a:r>
              <a:rPr lang="tr-TR" altLang="zh-CN" b="1">
                <a:ea typeface="宋体"/>
                <a:cs typeface="+mn-ea"/>
                <a:sym typeface="+mn-lt"/>
              </a:rPr>
              <a:t> </a:t>
            </a:r>
            <a:r>
              <a:rPr lang="tr-TR" altLang="zh-CN" b="1" err="1">
                <a:ea typeface="宋体"/>
                <a:cs typeface="+mn-ea"/>
                <a:sym typeface="+mn-lt"/>
              </a:rPr>
              <a:t>clés</a:t>
            </a:r>
            <a:endParaRPr b="1" err="1">
              <a:ea typeface="+mn-ea"/>
              <a:cs typeface="+mn-ea"/>
              <a:sym typeface="+mn-lt"/>
            </a:endParaRPr>
          </a:p>
        </p:txBody>
      </p:sp>
      <p:grpSp>
        <p:nvGrpSpPr>
          <p:cNvPr id="121" name="成组"/>
          <p:cNvGrpSpPr/>
          <p:nvPr/>
        </p:nvGrpSpPr>
        <p:grpSpPr>
          <a:xfrm>
            <a:off x="9473307" y="647509"/>
            <a:ext cx="5437386" cy="2298155"/>
            <a:chOff x="-305097" y="119064"/>
            <a:chExt cx="5437385" cy="2298154"/>
          </a:xfrm>
        </p:grpSpPr>
        <p:sp>
          <p:nvSpPr>
            <p:cNvPr id="119" name="目录标题"/>
            <p:cNvSpPr txBox="1"/>
            <p:nvPr/>
          </p:nvSpPr>
          <p:spPr>
            <a:xfrm>
              <a:off x="-305097" y="119064"/>
              <a:ext cx="5437385" cy="16414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b="1" err="1">
                  <a:ea typeface="宋体"/>
                  <a:cs typeface="+mn-ea"/>
                  <a:sym typeface="+mn-lt"/>
                </a:rPr>
                <a:t>Contenu</a:t>
              </a:r>
              <a:endParaRPr b="1" err="1"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" name="Your Agenda"/>
            <p:cNvSpPr txBox="1"/>
            <p:nvPr/>
          </p:nvSpPr>
          <p:spPr>
            <a:xfrm>
              <a:off x="2362268" y="1545184"/>
              <a:ext cx="102656" cy="872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endParaRPr lang="fr-FR">
                <a:ea typeface="+mn-ea"/>
                <a:cs typeface="+mn-ea"/>
              </a:endParaRPr>
            </a:p>
          </p:txBody>
        </p:sp>
      </p:grpSp>
      <p:sp>
        <p:nvSpPr>
          <p:cNvPr id="122" name="03"/>
          <p:cNvSpPr txBox="1"/>
          <p:nvPr/>
        </p:nvSpPr>
        <p:spPr>
          <a:xfrm>
            <a:off x="11574937" y="6136071"/>
            <a:ext cx="1661731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6500">
                <a:solidFill>
                  <a:srgbClr val="474747"/>
                </a:solidFill>
              </a:defRPr>
            </a:lvl1pPr>
          </a:lstStyle>
          <a:p>
            <a:r>
              <a:rPr>
                <a:ea typeface="+mn-ea"/>
                <a:cs typeface="+mn-ea"/>
                <a:sym typeface="+mn-lt"/>
              </a:rPr>
              <a:t>03</a:t>
            </a:r>
          </a:p>
        </p:txBody>
      </p:sp>
      <p:sp>
        <p:nvSpPr>
          <p:cNvPr id="123" name="章节名称"/>
          <p:cNvSpPr txBox="1"/>
          <p:nvPr/>
        </p:nvSpPr>
        <p:spPr>
          <a:xfrm>
            <a:off x="13127281" y="7654960"/>
            <a:ext cx="8655011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500">
                <a:solidFill>
                  <a:srgbClr val="474747"/>
                </a:solidFill>
              </a:defRPr>
            </a:lvl1pPr>
          </a:lstStyle>
          <a:p>
            <a:r>
              <a:rPr lang="tr-TR" altLang="zh-CN" b="1" err="1">
                <a:ea typeface="宋体"/>
                <a:cs typeface="+mn-ea"/>
              </a:rPr>
              <a:t>Causes</a:t>
            </a:r>
            <a:r>
              <a:rPr lang="tr-TR" altLang="zh-CN" b="1">
                <a:ea typeface="宋体"/>
                <a:cs typeface="+mn-ea"/>
              </a:rPr>
              <a:t> </a:t>
            </a:r>
            <a:r>
              <a:rPr lang="tr-TR" altLang="zh-CN" b="1" err="1">
                <a:ea typeface="宋体"/>
                <a:cs typeface="+mn-ea"/>
              </a:rPr>
              <a:t>d'attrition</a:t>
            </a:r>
          </a:p>
        </p:txBody>
      </p:sp>
      <p:pic>
        <p:nvPicPr>
          <p:cNvPr id="125" name="shutterstock-1200987679-194734.png" descr="shutterstock-1200987679-1947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48" y="2906654"/>
            <a:ext cx="9652237" cy="9512754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03">
            <a:extLst>
              <a:ext uri="{FF2B5EF4-FFF2-40B4-BE49-F238E27FC236}">
                <a16:creationId xmlns:a16="http://schemas.microsoft.com/office/drawing/2014/main" id="{631D2B8E-5953-4D98-8C4A-FC952F5D00D8}"/>
              </a:ext>
            </a:extLst>
          </p:cNvPr>
          <p:cNvSpPr txBox="1"/>
          <p:nvPr/>
        </p:nvSpPr>
        <p:spPr>
          <a:xfrm>
            <a:off x="11591814" y="7665130"/>
            <a:ext cx="1632977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6500">
                <a:solidFill>
                  <a:srgbClr val="474747"/>
                </a:solidFill>
              </a:defRPr>
            </a:lvl1pPr>
          </a:lstStyle>
          <a:p>
            <a:r>
              <a:rPr>
                <a:ea typeface="+mn-ea"/>
                <a:cs typeface="+mn-ea"/>
                <a:sym typeface="+mn-lt"/>
              </a:rPr>
              <a:t>0</a:t>
            </a:r>
            <a:r>
              <a:rPr lang="en-US">
                <a:ea typeface="+mn-ea"/>
                <a:cs typeface="+mn-ea"/>
                <a:sym typeface="+mn-lt"/>
              </a:rPr>
              <a:t>4</a:t>
            </a:r>
            <a:endParaRPr>
              <a:ea typeface="+mn-ea"/>
              <a:cs typeface="+mn-ea"/>
              <a:sym typeface="+mn-lt"/>
            </a:endParaRPr>
          </a:p>
        </p:txBody>
      </p:sp>
      <p:sp>
        <p:nvSpPr>
          <p:cNvPr id="14" name="章节名称">
            <a:extLst>
              <a:ext uri="{FF2B5EF4-FFF2-40B4-BE49-F238E27FC236}">
                <a16:creationId xmlns:a16="http://schemas.microsoft.com/office/drawing/2014/main" id="{0D085698-17BC-4D93-94EC-70EC36B93644}"/>
              </a:ext>
            </a:extLst>
          </p:cNvPr>
          <p:cNvSpPr txBox="1"/>
          <p:nvPr/>
        </p:nvSpPr>
        <p:spPr>
          <a:xfrm>
            <a:off x="13229938" y="9222946"/>
            <a:ext cx="10110472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500">
                <a:solidFill>
                  <a:srgbClr val="474747"/>
                </a:solidFill>
              </a:defRPr>
            </a:lvl1pPr>
          </a:lstStyle>
          <a:p>
            <a:r>
              <a:rPr lang="tr-TR" altLang="zh-CN" b="1" err="1">
                <a:ea typeface="宋体"/>
                <a:cs typeface="+mn-ea"/>
                <a:sym typeface="+mn-lt"/>
              </a:rPr>
              <a:t>Cas</a:t>
            </a:r>
            <a:endParaRPr lang="tr-TR" altLang="zh-CN" b="1" err="1">
              <a:ea typeface="宋体"/>
              <a:cs typeface="+mn-ea"/>
            </a:endParaRP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A68912E2-6371-8685-0613-CABCB5B2E3FB}"/>
              </a:ext>
            </a:extLst>
          </p:cNvPr>
          <p:cNvSpPr txBox="1"/>
          <p:nvPr/>
        </p:nvSpPr>
        <p:spPr>
          <a:xfrm>
            <a:off x="11623539" y="9223113"/>
            <a:ext cx="1632977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6500">
                <a:solidFill>
                  <a:srgbClr val="474747"/>
                </a:solidFill>
              </a:defRPr>
            </a:lvl1pPr>
          </a:lstStyle>
          <a:p>
            <a:r>
              <a:rPr>
                <a:ea typeface="+mn-ea"/>
                <a:cs typeface="+mn-ea"/>
                <a:sym typeface="+mn-lt"/>
              </a:rPr>
              <a:t>0</a:t>
            </a:r>
            <a:r>
              <a:rPr lang="en-US">
                <a:ea typeface="+mn-ea"/>
                <a:cs typeface="+mn-ea"/>
                <a:sym typeface="+mn-lt"/>
              </a:rPr>
              <a:t>5</a:t>
            </a:r>
            <a:endParaRPr>
              <a:ea typeface="+mn-ea"/>
              <a:cs typeface="+mn-ea"/>
              <a:sym typeface="+mn-lt"/>
            </a:endParaRPr>
          </a:p>
        </p:txBody>
      </p:sp>
      <p:sp>
        <p:nvSpPr>
          <p:cNvPr id="6" name="章节名称">
            <a:extLst>
              <a:ext uri="{FF2B5EF4-FFF2-40B4-BE49-F238E27FC236}">
                <a16:creationId xmlns:a16="http://schemas.microsoft.com/office/drawing/2014/main" id="{A78BA63E-E11E-1F92-D937-F1046DB6A075}"/>
              </a:ext>
            </a:extLst>
          </p:cNvPr>
          <p:cNvSpPr txBox="1"/>
          <p:nvPr/>
        </p:nvSpPr>
        <p:spPr>
          <a:xfrm>
            <a:off x="13229745" y="10677957"/>
            <a:ext cx="10110472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500">
                <a:solidFill>
                  <a:srgbClr val="474747"/>
                </a:solidFill>
              </a:defRPr>
            </a:lvl1pPr>
          </a:lstStyle>
          <a:p>
            <a:r>
              <a:rPr lang="tr-TR" altLang="zh-CN" b="1" err="1">
                <a:ea typeface="宋体"/>
                <a:cs typeface="+mn-ea"/>
                <a:sym typeface="+mn-lt"/>
              </a:rPr>
              <a:t>Conclusion</a:t>
            </a:r>
            <a:endParaRPr lang="fr-FR" err="1"/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C5BED82B-EEB2-47BA-4055-21235492A0FD}"/>
              </a:ext>
            </a:extLst>
          </p:cNvPr>
          <p:cNvSpPr txBox="1"/>
          <p:nvPr/>
        </p:nvSpPr>
        <p:spPr>
          <a:xfrm>
            <a:off x="11617861" y="10679654"/>
            <a:ext cx="1632977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6500">
                <a:solidFill>
                  <a:srgbClr val="474747"/>
                </a:solidFill>
              </a:defRPr>
            </a:lvl1pPr>
          </a:lstStyle>
          <a:p>
            <a:r>
              <a:rPr lang="en-US">
                <a:ea typeface="+mn-ea"/>
                <a:cs typeface="+mn-ea"/>
                <a:sym typeface="+mn-lt"/>
              </a:rPr>
              <a:t>06</a:t>
            </a:r>
            <a:endParaRPr lang="en-US">
              <a:ea typeface="+mn-ea"/>
              <a:cs typeface="+mn-ea"/>
            </a:endParaRPr>
          </a:p>
        </p:txBody>
      </p:sp>
      <p:sp>
        <p:nvSpPr>
          <p:cNvPr id="7" name="章节名称">
            <a:extLst>
              <a:ext uri="{FF2B5EF4-FFF2-40B4-BE49-F238E27FC236}">
                <a16:creationId xmlns:a16="http://schemas.microsoft.com/office/drawing/2014/main" id="{7BA1BADE-D0E2-3971-9303-B6440618CCEB}"/>
              </a:ext>
            </a:extLst>
          </p:cNvPr>
          <p:cNvSpPr txBox="1"/>
          <p:nvPr/>
        </p:nvSpPr>
        <p:spPr>
          <a:xfrm>
            <a:off x="13129746" y="6149089"/>
            <a:ext cx="9509701" cy="110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500">
                <a:solidFill>
                  <a:srgbClr val="474747"/>
                </a:solidFill>
              </a:defRPr>
            </a:lvl1pPr>
          </a:lstStyle>
          <a:p>
            <a:r>
              <a:rPr lang="tr-TR" altLang="zh-CN" b="1">
                <a:ea typeface="宋体"/>
                <a:cs typeface="+mn-ea"/>
                <a:sym typeface="+mn-lt"/>
              </a:rPr>
              <a:t>Modélisation</a:t>
            </a:r>
            <a:endParaRPr lang="tr-TR" altLang="zh-CN" b="1">
              <a:ea typeface="宋体"/>
              <a:cs typeface="+mn-ea"/>
            </a:endParaRPr>
          </a:p>
        </p:txBody>
      </p:sp>
      <p:sp>
        <p:nvSpPr>
          <p:cNvPr id="2" name="形状">
            <a:extLst>
              <a:ext uri="{FF2B5EF4-FFF2-40B4-BE49-F238E27FC236}">
                <a16:creationId xmlns:a16="http://schemas.microsoft.com/office/drawing/2014/main" id="{807A81B8-A915-0FEC-57AB-BD9820E66A88}"/>
              </a:ext>
            </a:extLst>
          </p:cNvPr>
          <p:cNvSpPr/>
          <p:nvPr/>
        </p:nvSpPr>
        <p:spPr>
          <a:xfrm>
            <a:off x="9723096" y="2016112"/>
            <a:ext cx="5428117" cy="503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 advAuto="0"/>
      <p:bldP spid="116" grpId="0" animBg="1" advAuto="0"/>
      <p:bldP spid="117" grpId="0" animBg="1" advAuto="0"/>
      <p:bldP spid="118" grpId="0" animBg="1" advAuto="0"/>
      <p:bldP spid="122" grpId="0" animBg="1" advAuto="0"/>
      <p:bldP spid="123" grpId="0" animBg="1" advAuto="0"/>
      <p:bldP spid="13" grpId="0" animBg="1" advAuto="0"/>
      <p:bldP spid="14" grpId="0" animBg="1" advAuto="0"/>
      <p:bldP spid="4" grpId="0" animBg="1" advAuto="0"/>
      <p:bldP spid="6" grpId="0" animBg="1" advAuto="0"/>
      <p:bldP spid="3" grpId="0" animBg="1" advAuto="0"/>
      <p:bldP spid="7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成组"/>
          <p:cNvGrpSpPr/>
          <p:nvPr/>
        </p:nvGrpSpPr>
        <p:grpSpPr>
          <a:xfrm>
            <a:off x="-193544" y="528801"/>
            <a:ext cx="16414750" cy="2775296"/>
            <a:chOff x="-2376194" y="-61278"/>
            <a:chExt cx="16414749" cy="2775293"/>
          </a:xfrm>
        </p:grpSpPr>
        <p:sp>
          <p:nvSpPr>
            <p:cNvPr id="165" name="工作成果"/>
            <p:cNvSpPr txBox="1"/>
            <p:nvPr/>
          </p:nvSpPr>
          <p:spPr>
            <a:xfrm>
              <a:off x="-2376194" y="-61278"/>
              <a:ext cx="16414749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pPr marL="1371600" indent="-1371600">
                <a:buAutoNum type="arabicPeriod"/>
              </a:pPr>
              <a:r>
                <a:rPr lang="tr-TR" altLang="zh-CN" sz="9600" b="1" err="1">
                  <a:ea typeface="宋体"/>
                  <a:cs typeface="+mn-ea"/>
                  <a:sym typeface="+mn-lt"/>
                </a:rPr>
                <a:t>Préparation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des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données</a:t>
              </a:r>
              <a:endParaRPr lang="tr-TR" altLang="zh-CN" b="1" err="1">
                <a:ea typeface="宋体"/>
                <a:cs typeface="+mn-ea"/>
              </a:endParaRPr>
            </a:p>
          </p:txBody>
        </p:sp>
        <p:sp>
          <p:nvSpPr>
            <p:cNvPr id="166" name="What We Do"/>
            <p:cNvSpPr txBox="1"/>
            <p:nvPr/>
          </p:nvSpPr>
          <p:spPr>
            <a:xfrm>
              <a:off x="59674" y="1595761"/>
              <a:ext cx="4733668" cy="11182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>
                  <a:ea typeface="+mn-ea"/>
                  <a:cs typeface="+mn-ea"/>
                  <a:sym typeface="+mn-lt"/>
                </a:rPr>
                <a:t>1.1 Analyse</a:t>
              </a:r>
              <a:endParaRPr sz="6600" i="1" err="1"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1" name="成组"/>
          <p:cNvGrpSpPr/>
          <p:nvPr/>
        </p:nvGrpSpPr>
        <p:grpSpPr>
          <a:xfrm>
            <a:off x="3281126" y="6084136"/>
            <a:ext cx="10646134" cy="1846902"/>
            <a:chOff x="0" y="71239"/>
            <a:chExt cx="10646133" cy="1846901"/>
          </a:xfrm>
        </p:grpSpPr>
        <p:sp>
          <p:nvSpPr>
            <p:cNvPr id="168" name="你的市场目标"/>
            <p:cNvSpPr txBox="1"/>
            <p:nvPr/>
          </p:nvSpPr>
          <p:spPr>
            <a:xfrm>
              <a:off x="933934" y="71239"/>
              <a:ext cx="4047582" cy="1025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altLang="zh-CN" err="1">
                  <a:ea typeface="宋体"/>
                  <a:cs typeface="+mn-ea"/>
                  <a:sym typeface="+mn-lt"/>
                </a:rPr>
                <a:t>Extrait</a:t>
              </a:r>
              <a:r>
                <a:rPr lang="tr-TR" altLang="zh-CN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err="1">
                  <a:ea typeface="宋体"/>
                  <a:cs typeface="+mn-ea"/>
                  <a:sym typeface="+mn-lt"/>
                </a:rPr>
                <a:t>Eval</a:t>
              </a:r>
              <a:endParaRPr lang="tr-TR" altLang="zh-CN" err="1">
                <a:ea typeface="宋体"/>
                <a:cs typeface="+mn-ea"/>
              </a:endParaRPr>
            </a:p>
          </p:txBody>
        </p:sp>
        <p:sp>
          <p:nvSpPr>
            <p:cNvPr id="169" name="此处添加详细文本描述，建议与标题相关并符合整体语言风格，语言描述尽量简洁生动。"/>
            <p:cNvSpPr txBox="1"/>
            <p:nvPr/>
          </p:nvSpPr>
          <p:spPr>
            <a:xfrm>
              <a:off x="933934" y="1281363"/>
              <a:ext cx="9712199" cy="636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err="1">
                  <a:ea typeface="+mn-ea"/>
                  <a:cs typeface="+mn-ea"/>
                </a:rPr>
                <a:t>Dernières</a:t>
              </a:r>
              <a:r>
                <a:rPr lang="en-US" i="1">
                  <a:ea typeface="+mn-ea"/>
                  <a:cs typeface="+mn-ea"/>
                </a:rPr>
                <a:t> </a:t>
              </a:r>
              <a:r>
                <a:rPr lang="en-US" i="1" err="1">
                  <a:ea typeface="+mn-ea"/>
                  <a:cs typeface="+mn-ea"/>
                </a:rPr>
                <a:t>informations</a:t>
              </a:r>
              <a:r>
                <a:rPr lang="en-US" i="1">
                  <a:ea typeface="+mn-ea"/>
                  <a:cs typeface="+mn-ea"/>
                </a:rPr>
                <a:t> </a:t>
              </a:r>
              <a:r>
                <a:rPr lang="en-US" i="1" err="1">
                  <a:ea typeface="+mn-ea"/>
                  <a:cs typeface="+mn-ea"/>
                </a:rPr>
                <a:t>d'évaluation</a:t>
              </a:r>
            </a:p>
          </p:txBody>
        </p:sp>
        <p:pic>
          <p:nvPicPr>
            <p:cNvPr id="170" name="形状" descr="形状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8" name="成组">
            <a:extLst>
              <a:ext uri="{FF2B5EF4-FFF2-40B4-BE49-F238E27FC236}">
                <a16:creationId xmlns:a16="http://schemas.microsoft.com/office/drawing/2014/main" id="{7063790D-3B6E-62E2-1AB8-256DE11DBE7E}"/>
              </a:ext>
            </a:extLst>
          </p:cNvPr>
          <p:cNvGrpSpPr/>
          <p:nvPr/>
        </p:nvGrpSpPr>
        <p:grpSpPr>
          <a:xfrm>
            <a:off x="3291321" y="4245672"/>
            <a:ext cx="10646133" cy="1846903"/>
            <a:chOff x="0" y="71239"/>
            <a:chExt cx="10646133" cy="1846901"/>
          </a:xfrm>
        </p:grpSpPr>
        <p:sp>
          <p:nvSpPr>
            <p:cNvPr id="25" name="你的市场目标">
              <a:extLst>
                <a:ext uri="{FF2B5EF4-FFF2-40B4-BE49-F238E27FC236}">
                  <a16:creationId xmlns:a16="http://schemas.microsoft.com/office/drawing/2014/main" id="{7C01EE33-D4F8-2F4F-EC45-DA1527B77A00}"/>
                </a:ext>
              </a:extLst>
            </p:cNvPr>
            <p:cNvSpPr txBox="1"/>
            <p:nvPr/>
          </p:nvSpPr>
          <p:spPr>
            <a:xfrm>
              <a:off x="933934" y="71239"/>
              <a:ext cx="3980257" cy="1025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altLang="zh-CN" err="1">
                  <a:ea typeface="宋体"/>
                  <a:cs typeface="+mn-ea"/>
                  <a:sym typeface="+mn-lt"/>
                </a:rPr>
                <a:t>Extrait</a:t>
              </a:r>
              <a:r>
                <a:rPr lang="tr-TR" altLang="zh-CN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err="1">
                  <a:ea typeface="宋体"/>
                  <a:cs typeface="+mn-ea"/>
                  <a:sym typeface="+mn-lt"/>
                </a:rPr>
                <a:t>Sirh</a:t>
              </a:r>
              <a:r>
                <a:rPr lang="tr-TR" altLang="zh-CN">
                  <a:ea typeface="宋体"/>
                  <a:cs typeface="+mn-ea"/>
                  <a:sym typeface="+mn-lt"/>
                </a:rPr>
                <a:t> </a:t>
              </a:r>
              <a:endParaRPr lang="tr-TR" altLang="zh-CN" err="1">
                <a:ea typeface="宋体"/>
                <a:cs typeface="+mn-ea"/>
              </a:endParaRPr>
            </a:p>
          </p:txBody>
        </p:sp>
        <p:sp>
          <p:nvSpPr>
            <p:cNvPr id="26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6D562671-2F5B-6293-3B01-AC9BBC0B6A12}"/>
                </a:ext>
              </a:extLst>
            </p:cNvPr>
            <p:cNvSpPr txBox="1"/>
            <p:nvPr/>
          </p:nvSpPr>
          <p:spPr>
            <a:xfrm>
              <a:off x="933934" y="1281363"/>
              <a:ext cx="9712199" cy="636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err="1">
                  <a:ea typeface="+mn-ea"/>
                  <a:cs typeface="+mn-ea"/>
                </a:rPr>
                <a:t>Informations</a:t>
              </a:r>
              <a:r>
                <a:rPr lang="en-US" i="1">
                  <a:ea typeface="+mn-ea"/>
                  <a:cs typeface="+mn-ea"/>
                </a:rPr>
                <a:t> RH sur le personnel</a:t>
              </a:r>
            </a:p>
          </p:txBody>
        </p:sp>
        <p:pic>
          <p:nvPicPr>
            <p:cNvPr id="27" name="形状" descr="形状">
              <a:extLst>
                <a:ext uri="{FF2B5EF4-FFF2-40B4-BE49-F238E27FC236}">
                  <a16:creationId xmlns:a16="http://schemas.microsoft.com/office/drawing/2014/main" id="{FA07586A-4550-DFDF-D48A-D67C96C1C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091E2DE8-EDE2-4F12-70BC-4B88B38A6C92}"/>
              </a:ext>
            </a:extLst>
          </p:cNvPr>
          <p:cNvGrpSpPr/>
          <p:nvPr/>
        </p:nvGrpSpPr>
        <p:grpSpPr>
          <a:xfrm>
            <a:off x="3287402" y="8365686"/>
            <a:ext cx="10646133" cy="1846902"/>
            <a:chOff x="0" y="71239"/>
            <a:chExt cx="10646133" cy="1846900"/>
          </a:xfrm>
        </p:grpSpPr>
        <p:sp>
          <p:nvSpPr>
            <p:cNvPr id="30" name="你的市场目标">
              <a:extLst>
                <a:ext uri="{FF2B5EF4-FFF2-40B4-BE49-F238E27FC236}">
                  <a16:creationId xmlns:a16="http://schemas.microsoft.com/office/drawing/2014/main" id="{563DF96B-BBF6-BB03-2DBD-E9A678B99EF6}"/>
                </a:ext>
              </a:extLst>
            </p:cNvPr>
            <p:cNvSpPr txBox="1"/>
            <p:nvPr/>
          </p:nvSpPr>
          <p:spPr>
            <a:xfrm>
              <a:off x="933934" y="71239"/>
              <a:ext cx="5956759" cy="1025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altLang="zh-CN" err="1">
                  <a:ea typeface="宋体"/>
                  <a:cs typeface="+mn-ea"/>
                  <a:sym typeface="+mn-lt"/>
                </a:rPr>
                <a:t>Extrait</a:t>
              </a:r>
              <a:r>
                <a:rPr lang="tr-TR" altLang="zh-CN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err="1">
                  <a:ea typeface="宋体"/>
                  <a:cs typeface="+mn-ea"/>
                  <a:sym typeface="+mn-lt"/>
                </a:rPr>
                <a:t>Sondage</a:t>
              </a:r>
              <a:endParaRPr lang="tr-TR" altLang="zh-CN" err="1">
                <a:ea typeface="宋体"/>
                <a:cs typeface="+mn-ea"/>
              </a:endParaRPr>
            </a:p>
          </p:txBody>
        </p:sp>
        <p:sp>
          <p:nvSpPr>
            <p:cNvPr id="31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B9BBC048-8C29-2F8E-9010-19E8F06C546B}"/>
                </a:ext>
              </a:extLst>
            </p:cNvPr>
            <p:cNvSpPr txBox="1"/>
            <p:nvPr/>
          </p:nvSpPr>
          <p:spPr>
            <a:xfrm>
              <a:off x="933934" y="1281363"/>
              <a:ext cx="9712199" cy="6367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>
                  <a:ea typeface="+mn-ea"/>
                  <a:cs typeface="+mn-ea"/>
                </a:rPr>
                <a:t>Sondage de Satisfaction du personnel</a:t>
              </a:r>
            </a:p>
          </p:txBody>
        </p:sp>
        <p:pic>
          <p:nvPicPr>
            <p:cNvPr id="32" name="形状" descr="形状">
              <a:extLst>
                <a:ext uri="{FF2B5EF4-FFF2-40B4-BE49-F238E27FC236}">
                  <a16:creationId xmlns:a16="http://schemas.microsoft.com/office/drawing/2014/main" id="{E453CDC6-59D7-A7C4-16B1-C1A21ED41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5" name="shutterstock-1200970900-1221870.png" descr="shutterstock-1200970900-1221870.png">
            <a:extLst>
              <a:ext uri="{FF2B5EF4-FFF2-40B4-BE49-F238E27FC236}">
                <a16:creationId xmlns:a16="http://schemas.microsoft.com/office/drawing/2014/main" id="{54122EF2-3526-E872-5916-F497F115E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3482" y="3699487"/>
            <a:ext cx="11108066" cy="740725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形状">
            <a:extLst>
              <a:ext uri="{FF2B5EF4-FFF2-40B4-BE49-F238E27FC236}">
                <a16:creationId xmlns:a16="http://schemas.microsoft.com/office/drawing/2014/main" id="{6C0507EC-ADA8-B0F8-85D7-BAA8D0A10143}"/>
              </a:ext>
            </a:extLst>
          </p:cNvPr>
          <p:cNvSpPr/>
          <p:nvPr/>
        </p:nvSpPr>
        <p:spPr>
          <a:xfrm>
            <a:off x="3434900" y="3382016"/>
            <a:ext cx="3698172" cy="153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成组">
            <a:extLst>
              <a:ext uri="{FF2B5EF4-FFF2-40B4-BE49-F238E27FC236}">
                <a16:creationId xmlns:a16="http://schemas.microsoft.com/office/drawing/2014/main" id="{ED5148AB-6601-EA6A-F510-863E30FAB2BB}"/>
              </a:ext>
            </a:extLst>
          </p:cNvPr>
          <p:cNvGrpSpPr/>
          <p:nvPr/>
        </p:nvGrpSpPr>
        <p:grpSpPr>
          <a:xfrm>
            <a:off x="-193544" y="528801"/>
            <a:ext cx="16414750" cy="2775296"/>
            <a:chOff x="-2376194" y="-61278"/>
            <a:chExt cx="16414749" cy="2775292"/>
          </a:xfrm>
        </p:grpSpPr>
        <p:sp>
          <p:nvSpPr>
            <p:cNvPr id="4" name="工作成果">
              <a:extLst>
                <a:ext uri="{FF2B5EF4-FFF2-40B4-BE49-F238E27FC236}">
                  <a16:creationId xmlns:a16="http://schemas.microsoft.com/office/drawing/2014/main" id="{2FC49A82-D593-BC11-6C1D-9ABCC4F9DFF7}"/>
                </a:ext>
              </a:extLst>
            </p:cNvPr>
            <p:cNvSpPr txBox="1"/>
            <p:nvPr/>
          </p:nvSpPr>
          <p:spPr>
            <a:xfrm>
              <a:off x="-2376194" y="-61278"/>
              <a:ext cx="16414749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pPr marL="1371600" indent="-1371600">
                <a:buAutoNum type="arabicPeriod"/>
              </a:pPr>
              <a:r>
                <a:rPr lang="tr-TR" altLang="zh-CN" sz="9600" b="1" err="1">
                  <a:ea typeface="宋体"/>
                  <a:cs typeface="+mn-ea"/>
                  <a:sym typeface="+mn-lt"/>
                </a:rPr>
                <a:t>Préparation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des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données</a:t>
              </a:r>
              <a:endParaRPr lang="tr-TR" altLang="zh-CN" b="1" err="1">
                <a:ea typeface="宋体"/>
                <a:cs typeface="+mn-ea"/>
              </a:endParaRPr>
            </a:p>
          </p:txBody>
        </p:sp>
        <p:sp>
          <p:nvSpPr>
            <p:cNvPr id="5" name="What We Do">
              <a:extLst>
                <a:ext uri="{FF2B5EF4-FFF2-40B4-BE49-F238E27FC236}">
                  <a16:creationId xmlns:a16="http://schemas.microsoft.com/office/drawing/2014/main" id="{4D3A12F2-E1B2-97D0-6158-7D25CF57D9CF}"/>
                </a:ext>
              </a:extLst>
            </p:cNvPr>
            <p:cNvSpPr txBox="1"/>
            <p:nvPr/>
          </p:nvSpPr>
          <p:spPr>
            <a:xfrm>
              <a:off x="44447" y="1595761"/>
              <a:ext cx="4764125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>
                  <a:ea typeface="+mn-ea"/>
                  <a:cs typeface="+mn-ea"/>
                  <a:sym typeface="+mn-lt"/>
                </a:rPr>
                <a:t>1.2 Jointure</a:t>
              </a:r>
              <a:endParaRPr sz="6600" i="1" err="1"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75E39A7F-77E7-5BBC-4D04-73B371AA8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237" y="4677778"/>
            <a:ext cx="19661935" cy="5250071"/>
          </a:xfrm>
          <a:prstGeom prst="rect">
            <a:avLst/>
          </a:prstGeom>
        </p:spPr>
      </p:pic>
      <p:sp>
        <p:nvSpPr>
          <p:cNvPr id="7" name="形状">
            <a:extLst>
              <a:ext uri="{FF2B5EF4-FFF2-40B4-BE49-F238E27FC236}">
                <a16:creationId xmlns:a16="http://schemas.microsoft.com/office/drawing/2014/main" id="{9CB24D9A-07A1-60CD-D405-DF3CDB181BF0}"/>
              </a:ext>
            </a:extLst>
          </p:cNvPr>
          <p:cNvSpPr/>
          <p:nvPr/>
        </p:nvSpPr>
        <p:spPr>
          <a:xfrm>
            <a:off x="3516300" y="3258937"/>
            <a:ext cx="3677578" cy="153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32094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7B6C4-2125-D22D-A0C1-067F07A7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" name="成组">
            <a:extLst>
              <a:ext uri="{FF2B5EF4-FFF2-40B4-BE49-F238E27FC236}">
                <a16:creationId xmlns:a16="http://schemas.microsoft.com/office/drawing/2014/main" id="{BD50A205-269F-71DB-814D-B8189D64175C}"/>
              </a:ext>
            </a:extLst>
          </p:cNvPr>
          <p:cNvGrpSpPr/>
          <p:nvPr/>
        </p:nvGrpSpPr>
        <p:grpSpPr>
          <a:xfrm>
            <a:off x="1107476" y="3815914"/>
            <a:ext cx="8870822" cy="9308491"/>
            <a:chOff x="0" y="0"/>
            <a:chExt cx="8870821" cy="9308490"/>
          </a:xfrm>
        </p:grpSpPr>
        <p:sp>
          <p:nvSpPr>
            <p:cNvPr id="1085" name="形状">
              <a:extLst>
                <a:ext uri="{FF2B5EF4-FFF2-40B4-BE49-F238E27FC236}">
                  <a16:creationId xmlns:a16="http://schemas.microsoft.com/office/drawing/2014/main" id="{FF6BFE69-A67A-A7E1-FCFE-E040AE385669}"/>
                </a:ext>
              </a:extLst>
            </p:cNvPr>
            <p:cNvSpPr/>
            <p:nvPr/>
          </p:nvSpPr>
          <p:spPr>
            <a:xfrm>
              <a:off x="-1" y="0"/>
              <a:ext cx="8828024" cy="9308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3" h="21522" extrusionOk="0">
                  <a:moveTo>
                    <a:pt x="12446" y="14534"/>
                  </a:moveTo>
                  <a:cubicBezTo>
                    <a:pt x="12425" y="14546"/>
                    <a:pt x="12401" y="14555"/>
                    <a:pt x="12381" y="14570"/>
                  </a:cubicBezTo>
                  <a:cubicBezTo>
                    <a:pt x="11687" y="15126"/>
                    <a:pt x="10886" y="15517"/>
                    <a:pt x="10081" y="15896"/>
                  </a:cubicBezTo>
                  <a:cubicBezTo>
                    <a:pt x="9887" y="15987"/>
                    <a:pt x="9721" y="16056"/>
                    <a:pt x="9758" y="16316"/>
                  </a:cubicBezTo>
                  <a:cubicBezTo>
                    <a:pt x="9785" y="16495"/>
                    <a:pt x="9703" y="16679"/>
                    <a:pt x="9641" y="16849"/>
                  </a:cubicBezTo>
                  <a:cubicBezTo>
                    <a:pt x="9602" y="16954"/>
                    <a:pt x="9482" y="17033"/>
                    <a:pt x="9395" y="17119"/>
                  </a:cubicBezTo>
                  <a:cubicBezTo>
                    <a:pt x="9283" y="17230"/>
                    <a:pt x="9299" y="17291"/>
                    <a:pt x="9458" y="17348"/>
                  </a:cubicBezTo>
                  <a:cubicBezTo>
                    <a:pt x="9650" y="17418"/>
                    <a:pt x="9871" y="17734"/>
                    <a:pt x="9865" y="17928"/>
                  </a:cubicBezTo>
                  <a:cubicBezTo>
                    <a:pt x="9846" y="18449"/>
                    <a:pt x="9835" y="18970"/>
                    <a:pt x="9857" y="19492"/>
                  </a:cubicBezTo>
                  <a:cubicBezTo>
                    <a:pt x="9862" y="19615"/>
                    <a:pt x="9865" y="19616"/>
                    <a:pt x="9980" y="19556"/>
                  </a:cubicBezTo>
                  <a:cubicBezTo>
                    <a:pt x="10615" y="19232"/>
                    <a:pt x="11202" y="18839"/>
                    <a:pt x="11803" y="18464"/>
                  </a:cubicBezTo>
                  <a:cubicBezTo>
                    <a:pt x="12080" y="18290"/>
                    <a:pt x="12361" y="18120"/>
                    <a:pt x="12648" y="17965"/>
                  </a:cubicBezTo>
                  <a:cubicBezTo>
                    <a:pt x="12683" y="17943"/>
                    <a:pt x="12721" y="17915"/>
                    <a:pt x="12765" y="17934"/>
                  </a:cubicBezTo>
                  <a:cubicBezTo>
                    <a:pt x="12816" y="17957"/>
                    <a:pt x="12825" y="18000"/>
                    <a:pt x="12797" y="18044"/>
                  </a:cubicBezTo>
                  <a:cubicBezTo>
                    <a:pt x="12784" y="18062"/>
                    <a:pt x="12758" y="18074"/>
                    <a:pt x="12737" y="18088"/>
                  </a:cubicBezTo>
                  <a:cubicBezTo>
                    <a:pt x="12151" y="18447"/>
                    <a:pt x="11566" y="18807"/>
                    <a:pt x="10982" y="19170"/>
                  </a:cubicBezTo>
                  <a:cubicBezTo>
                    <a:pt x="10663" y="19369"/>
                    <a:pt x="10327" y="19542"/>
                    <a:pt x="9972" y="19680"/>
                  </a:cubicBezTo>
                  <a:cubicBezTo>
                    <a:pt x="9897" y="19711"/>
                    <a:pt x="9863" y="19749"/>
                    <a:pt x="9855" y="19829"/>
                  </a:cubicBezTo>
                  <a:cubicBezTo>
                    <a:pt x="9812" y="20234"/>
                    <a:pt x="9625" y="20547"/>
                    <a:pt x="9216" y="20720"/>
                  </a:cubicBezTo>
                  <a:cubicBezTo>
                    <a:pt x="9152" y="20749"/>
                    <a:pt x="9092" y="20787"/>
                    <a:pt x="9025" y="20811"/>
                  </a:cubicBezTo>
                  <a:cubicBezTo>
                    <a:pt x="8496" y="21010"/>
                    <a:pt x="7996" y="21285"/>
                    <a:pt x="7433" y="21402"/>
                  </a:cubicBezTo>
                  <a:cubicBezTo>
                    <a:pt x="6773" y="21541"/>
                    <a:pt x="6105" y="21546"/>
                    <a:pt x="5436" y="21485"/>
                  </a:cubicBezTo>
                  <a:cubicBezTo>
                    <a:pt x="4675" y="21415"/>
                    <a:pt x="3917" y="21309"/>
                    <a:pt x="3191" y="21062"/>
                  </a:cubicBezTo>
                  <a:cubicBezTo>
                    <a:pt x="2849" y="20946"/>
                    <a:pt x="2526" y="20795"/>
                    <a:pt x="2243" y="20573"/>
                  </a:cubicBezTo>
                  <a:cubicBezTo>
                    <a:pt x="1827" y="20242"/>
                    <a:pt x="1631" y="19827"/>
                    <a:pt x="1732" y="19313"/>
                  </a:cubicBezTo>
                  <a:cubicBezTo>
                    <a:pt x="1750" y="19226"/>
                    <a:pt x="1670" y="19193"/>
                    <a:pt x="1674" y="19119"/>
                  </a:cubicBezTo>
                  <a:cubicBezTo>
                    <a:pt x="1686" y="18955"/>
                    <a:pt x="1674" y="18791"/>
                    <a:pt x="1684" y="18628"/>
                  </a:cubicBezTo>
                  <a:cubicBezTo>
                    <a:pt x="1695" y="18402"/>
                    <a:pt x="1737" y="18180"/>
                    <a:pt x="1711" y="17951"/>
                  </a:cubicBezTo>
                  <a:cubicBezTo>
                    <a:pt x="1684" y="17698"/>
                    <a:pt x="1824" y="17503"/>
                    <a:pt x="2043" y="17356"/>
                  </a:cubicBezTo>
                  <a:cubicBezTo>
                    <a:pt x="2176" y="17266"/>
                    <a:pt x="2175" y="17263"/>
                    <a:pt x="2045" y="17159"/>
                  </a:cubicBezTo>
                  <a:cubicBezTo>
                    <a:pt x="1771" y="16943"/>
                    <a:pt x="1578" y="16674"/>
                    <a:pt x="1489" y="16351"/>
                  </a:cubicBezTo>
                  <a:cubicBezTo>
                    <a:pt x="1442" y="16175"/>
                    <a:pt x="1448" y="15987"/>
                    <a:pt x="1424" y="15806"/>
                  </a:cubicBezTo>
                  <a:cubicBezTo>
                    <a:pt x="1309" y="14963"/>
                    <a:pt x="1357" y="14119"/>
                    <a:pt x="1347" y="13275"/>
                  </a:cubicBezTo>
                  <a:cubicBezTo>
                    <a:pt x="1346" y="13178"/>
                    <a:pt x="1431" y="13126"/>
                    <a:pt x="1440" y="13040"/>
                  </a:cubicBezTo>
                  <a:cubicBezTo>
                    <a:pt x="1445" y="13002"/>
                    <a:pt x="1471" y="12964"/>
                    <a:pt x="1440" y="12925"/>
                  </a:cubicBezTo>
                  <a:cubicBezTo>
                    <a:pt x="1325" y="12788"/>
                    <a:pt x="1307" y="12609"/>
                    <a:pt x="1226" y="12455"/>
                  </a:cubicBezTo>
                  <a:cubicBezTo>
                    <a:pt x="1214" y="12433"/>
                    <a:pt x="1208" y="12402"/>
                    <a:pt x="1208" y="12373"/>
                  </a:cubicBezTo>
                  <a:cubicBezTo>
                    <a:pt x="1198" y="12055"/>
                    <a:pt x="1162" y="11739"/>
                    <a:pt x="1171" y="11420"/>
                  </a:cubicBezTo>
                  <a:cubicBezTo>
                    <a:pt x="1173" y="11367"/>
                    <a:pt x="1162" y="11321"/>
                    <a:pt x="1136" y="11271"/>
                  </a:cubicBezTo>
                  <a:cubicBezTo>
                    <a:pt x="1037" y="11071"/>
                    <a:pt x="1089" y="10790"/>
                    <a:pt x="1245" y="10629"/>
                  </a:cubicBezTo>
                  <a:cubicBezTo>
                    <a:pt x="1307" y="10564"/>
                    <a:pt x="1339" y="10479"/>
                    <a:pt x="1408" y="10418"/>
                  </a:cubicBezTo>
                  <a:cubicBezTo>
                    <a:pt x="1471" y="10360"/>
                    <a:pt x="1549" y="10321"/>
                    <a:pt x="1638" y="10280"/>
                  </a:cubicBezTo>
                  <a:cubicBezTo>
                    <a:pt x="1549" y="10210"/>
                    <a:pt x="1473" y="10151"/>
                    <a:pt x="1396" y="10092"/>
                  </a:cubicBezTo>
                  <a:cubicBezTo>
                    <a:pt x="1391" y="10064"/>
                    <a:pt x="1408" y="10052"/>
                    <a:pt x="1429" y="10043"/>
                  </a:cubicBezTo>
                  <a:cubicBezTo>
                    <a:pt x="1485" y="10031"/>
                    <a:pt x="1527" y="10061"/>
                    <a:pt x="1570" y="10084"/>
                  </a:cubicBezTo>
                  <a:cubicBezTo>
                    <a:pt x="2141" y="10400"/>
                    <a:pt x="2761" y="10574"/>
                    <a:pt x="3412" y="10670"/>
                  </a:cubicBezTo>
                  <a:cubicBezTo>
                    <a:pt x="4045" y="10761"/>
                    <a:pt x="4678" y="10836"/>
                    <a:pt x="5319" y="10819"/>
                  </a:cubicBezTo>
                  <a:cubicBezTo>
                    <a:pt x="5568" y="10811"/>
                    <a:pt x="5590" y="10790"/>
                    <a:pt x="5600" y="10561"/>
                  </a:cubicBezTo>
                  <a:cubicBezTo>
                    <a:pt x="5630" y="9896"/>
                    <a:pt x="5536" y="9232"/>
                    <a:pt x="5547" y="8569"/>
                  </a:cubicBezTo>
                  <a:cubicBezTo>
                    <a:pt x="5549" y="8461"/>
                    <a:pt x="5547" y="8353"/>
                    <a:pt x="5550" y="8247"/>
                  </a:cubicBezTo>
                  <a:cubicBezTo>
                    <a:pt x="5552" y="8141"/>
                    <a:pt x="5518" y="8106"/>
                    <a:pt x="5404" y="8095"/>
                  </a:cubicBezTo>
                  <a:cubicBezTo>
                    <a:pt x="5286" y="8086"/>
                    <a:pt x="5169" y="8112"/>
                    <a:pt x="5052" y="8114"/>
                  </a:cubicBezTo>
                  <a:cubicBezTo>
                    <a:pt x="4183" y="8129"/>
                    <a:pt x="3319" y="8100"/>
                    <a:pt x="2468" y="7927"/>
                  </a:cubicBezTo>
                  <a:cubicBezTo>
                    <a:pt x="2085" y="7848"/>
                    <a:pt x="1729" y="7707"/>
                    <a:pt x="1402" y="7506"/>
                  </a:cubicBezTo>
                  <a:cubicBezTo>
                    <a:pt x="1364" y="7484"/>
                    <a:pt x="1320" y="7461"/>
                    <a:pt x="1317" y="7409"/>
                  </a:cubicBezTo>
                  <a:cubicBezTo>
                    <a:pt x="1317" y="7388"/>
                    <a:pt x="1325" y="7368"/>
                    <a:pt x="1341" y="7353"/>
                  </a:cubicBezTo>
                  <a:cubicBezTo>
                    <a:pt x="1352" y="7345"/>
                    <a:pt x="1367" y="7339"/>
                    <a:pt x="1381" y="7336"/>
                  </a:cubicBezTo>
                  <a:cubicBezTo>
                    <a:pt x="1402" y="7335"/>
                    <a:pt x="1420" y="7342"/>
                    <a:pt x="1439" y="7350"/>
                  </a:cubicBezTo>
                  <a:cubicBezTo>
                    <a:pt x="1598" y="7400"/>
                    <a:pt x="1750" y="7467"/>
                    <a:pt x="1905" y="7528"/>
                  </a:cubicBezTo>
                  <a:cubicBezTo>
                    <a:pt x="2017" y="7570"/>
                    <a:pt x="2112" y="7561"/>
                    <a:pt x="2213" y="7496"/>
                  </a:cubicBezTo>
                  <a:cubicBezTo>
                    <a:pt x="2385" y="7386"/>
                    <a:pt x="2534" y="7253"/>
                    <a:pt x="2684" y="7121"/>
                  </a:cubicBezTo>
                  <a:cubicBezTo>
                    <a:pt x="2865" y="6961"/>
                    <a:pt x="3066" y="6835"/>
                    <a:pt x="3281" y="6728"/>
                  </a:cubicBezTo>
                  <a:cubicBezTo>
                    <a:pt x="3338" y="6699"/>
                    <a:pt x="3402" y="6673"/>
                    <a:pt x="3444" y="6621"/>
                  </a:cubicBezTo>
                  <a:cubicBezTo>
                    <a:pt x="3433" y="6580"/>
                    <a:pt x="3398" y="6589"/>
                    <a:pt x="3372" y="6588"/>
                  </a:cubicBezTo>
                  <a:cubicBezTo>
                    <a:pt x="3338" y="6585"/>
                    <a:pt x="3303" y="6592"/>
                    <a:pt x="3273" y="6585"/>
                  </a:cubicBezTo>
                  <a:cubicBezTo>
                    <a:pt x="3000" y="6513"/>
                    <a:pt x="2785" y="6618"/>
                    <a:pt x="2575" y="6767"/>
                  </a:cubicBezTo>
                  <a:cubicBezTo>
                    <a:pt x="2495" y="6825"/>
                    <a:pt x="2405" y="6887"/>
                    <a:pt x="2292" y="6876"/>
                  </a:cubicBezTo>
                  <a:cubicBezTo>
                    <a:pt x="2268" y="6870"/>
                    <a:pt x="2247" y="6858"/>
                    <a:pt x="2234" y="6835"/>
                  </a:cubicBezTo>
                  <a:cubicBezTo>
                    <a:pt x="2213" y="6778"/>
                    <a:pt x="2251" y="6747"/>
                    <a:pt x="2295" y="6718"/>
                  </a:cubicBezTo>
                  <a:cubicBezTo>
                    <a:pt x="2365" y="6676"/>
                    <a:pt x="2431" y="6627"/>
                    <a:pt x="2498" y="6580"/>
                  </a:cubicBezTo>
                  <a:cubicBezTo>
                    <a:pt x="2518" y="6567"/>
                    <a:pt x="2545" y="6551"/>
                    <a:pt x="2534" y="6523"/>
                  </a:cubicBezTo>
                  <a:cubicBezTo>
                    <a:pt x="2527" y="6503"/>
                    <a:pt x="2502" y="6498"/>
                    <a:pt x="2481" y="6497"/>
                  </a:cubicBezTo>
                  <a:cubicBezTo>
                    <a:pt x="2319" y="6475"/>
                    <a:pt x="2171" y="6439"/>
                    <a:pt x="2006" y="6548"/>
                  </a:cubicBezTo>
                  <a:cubicBezTo>
                    <a:pt x="1875" y="6636"/>
                    <a:pt x="1719" y="6703"/>
                    <a:pt x="1580" y="6788"/>
                  </a:cubicBezTo>
                  <a:cubicBezTo>
                    <a:pt x="1553" y="6806"/>
                    <a:pt x="1521" y="6817"/>
                    <a:pt x="1485" y="6803"/>
                  </a:cubicBezTo>
                  <a:cubicBezTo>
                    <a:pt x="1461" y="6797"/>
                    <a:pt x="1439" y="6787"/>
                    <a:pt x="1428" y="6764"/>
                  </a:cubicBezTo>
                  <a:cubicBezTo>
                    <a:pt x="1404" y="6700"/>
                    <a:pt x="1450" y="6668"/>
                    <a:pt x="1495" y="6638"/>
                  </a:cubicBezTo>
                  <a:cubicBezTo>
                    <a:pt x="1591" y="6570"/>
                    <a:pt x="1686" y="6497"/>
                    <a:pt x="1788" y="6435"/>
                  </a:cubicBezTo>
                  <a:cubicBezTo>
                    <a:pt x="1844" y="6403"/>
                    <a:pt x="1854" y="6374"/>
                    <a:pt x="1783" y="6351"/>
                  </a:cubicBezTo>
                  <a:cubicBezTo>
                    <a:pt x="1674" y="6315"/>
                    <a:pt x="1565" y="6296"/>
                    <a:pt x="1453" y="6340"/>
                  </a:cubicBezTo>
                  <a:cubicBezTo>
                    <a:pt x="1280" y="6409"/>
                    <a:pt x="1139" y="6518"/>
                    <a:pt x="1022" y="6658"/>
                  </a:cubicBezTo>
                  <a:cubicBezTo>
                    <a:pt x="932" y="6767"/>
                    <a:pt x="979" y="6893"/>
                    <a:pt x="982" y="7013"/>
                  </a:cubicBezTo>
                  <a:cubicBezTo>
                    <a:pt x="982" y="7045"/>
                    <a:pt x="972" y="7074"/>
                    <a:pt x="961" y="7104"/>
                  </a:cubicBezTo>
                  <a:cubicBezTo>
                    <a:pt x="1069" y="7893"/>
                    <a:pt x="1136" y="8683"/>
                    <a:pt x="1198" y="9475"/>
                  </a:cubicBezTo>
                  <a:cubicBezTo>
                    <a:pt x="1198" y="9565"/>
                    <a:pt x="1224" y="9665"/>
                    <a:pt x="1101" y="9706"/>
                  </a:cubicBezTo>
                  <a:cubicBezTo>
                    <a:pt x="1069" y="9478"/>
                    <a:pt x="998" y="9255"/>
                    <a:pt x="955" y="9031"/>
                  </a:cubicBezTo>
                  <a:cubicBezTo>
                    <a:pt x="847" y="8481"/>
                    <a:pt x="812" y="7924"/>
                    <a:pt x="734" y="7371"/>
                  </a:cubicBezTo>
                  <a:cubicBezTo>
                    <a:pt x="718" y="7259"/>
                    <a:pt x="734" y="7150"/>
                    <a:pt x="748" y="7037"/>
                  </a:cubicBezTo>
                  <a:cubicBezTo>
                    <a:pt x="761" y="6926"/>
                    <a:pt x="778" y="6819"/>
                    <a:pt x="710" y="6715"/>
                  </a:cubicBezTo>
                  <a:cubicBezTo>
                    <a:pt x="689" y="6683"/>
                    <a:pt x="663" y="6630"/>
                    <a:pt x="751" y="6655"/>
                  </a:cubicBezTo>
                  <a:cubicBezTo>
                    <a:pt x="758" y="6656"/>
                    <a:pt x="777" y="6638"/>
                    <a:pt x="783" y="6624"/>
                  </a:cubicBezTo>
                  <a:cubicBezTo>
                    <a:pt x="892" y="6384"/>
                    <a:pt x="1121" y="6271"/>
                    <a:pt x="1347" y="6151"/>
                  </a:cubicBezTo>
                  <a:cubicBezTo>
                    <a:pt x="1331" y="6111"/>
                    <a:pt x="1283" y="6107"/>
                    <a:pt x="1251" y="6088"/>
                  </a:cubicBezTo>
                  <a:cubicBezTo>
                    <a:pt x="772" y="5842"/>
                    <a:pt x="509" y="5445"/>
                    <a:pt x="442" y="4950"/>
                  </a:cubicBezTo>
                  <a:cubicBezTo>
                    <a:pt x="298" y="3890"/>
                    <a:pt x="208" y="2826"/>
                    <a:pt x="168" y="1759"/>
                  </a:cubicBezTo>
                  <a:cubicBezTo>
                    <a:pt x="166" y="1699"/>
                    <a:pt x="152" y="1655"/>
                    <a:pt x="110" y="1607"/>
                  </a:cubicBezTo>
                  <a:cubicBezTo>
                    <a:pt x="-47" y="1429"/>
                    <a:pt x="-34" y="1215"/>
                    <a:pt x="133" y="1044"/>
                  </a:cubicBezTo>
                  <a:cubicBezTo>
                    <a:pt x="270" y="904"/>
                    <a:pt x="447" y="816"/>
                    <a:pt x="633" y="751"/>
                  </a:cubicBezTo>
                  <a:cubicBezTo>
                    <a:pt x="1684" y="392"/>
                    <a:pt x="2755" y="118"/>
                    <a:pt x="3878" y="43"/>
                  </a:cubicBezTo>
                  <a:cubicBezTo>
                    <a:pt x="5340" y="-54"/>
                    <a:pt x="6796" y="26"/>
                    <a:pt x="8251" y="154"/>
                  </a:cubicBezTo>
                  <a:cubicBezTo>
                    <a:pt x="8666" y="190"/>
                    <a:pt x="9080" y="230"/>
                    <a:pt x="9484" y="336"/>
                  </a:cubicBezTo>
                  <a:cubicBezTo>
                    <a:pt x="9708" y="394"/>
                    <a:pt x="9923" y="470"/>
                    <a:pt x="10115" y="597"/>
                  </a:cubicBezTo>
                  <a:cubicBezTo>
                    <a:pt x="10271" y="702"/>
                    <a:pt x="10391" y="833"/>
                    <a:pt x="10444" y="1007"/>
                  </a:cubicBezTo>
                  <a:cubicBezTo>
                    <a:pt x="10473" y="1103"/>
                    <a:pt x="10481" y="1198"/>
                    <a:pt x="10436" y="1288"/>
                  </a:cubicBezTo>
                  <a:cubicBezTo>
                    <a:pt x="10311" y="1540"/>
                    <a:pt x="10295" y="1812"/>
                    <a:pt x="10288" y="2082"/>
                  </a:cubicBezTo>
                  <a:cubicBezTo>
                    <a:pt x="10282" y="2293"/>
                    <a:pt x="10288" y="2504"/>
                    <a:pt x="10299" y="2715"/>
                  </a:cubicBezTo>
                  <a:cubicBezTo>
                    <a:pt x="10330" y="3286"/>
                    <a:pt x="10261" y="3852"/>
                    <a:pt x="10219" y="4421"/>
                  </a:cubicBezTo>
                  <a:cubicBezTo>
                    <a:pt x="10216" y="4464"/>
                    <a:pt x="10213" y="4508"/>
                    <a:pt x="10206" y="4552"/>
                  </a:cubicBezTo>
                  <a:cubicBezTo>
                    <a:pt x="10264" y="4575"/>
                    <a:pt x="10298" y="4534"/>
                    <a:pt x="10335" y="4516"/>
                  </a:cubicBezTo>
                  <a:cubicBezTo>
                    <a:pt x="10750" y="4315"/>
                    <a:pt x="11142" y="4075"/>
                    <a:pt x="11548" y="3855"/>
                  </a:cubicBezTo>
                  <a:cubicBezTo>
                    <a:pt x="11825" y="3703"/>
                    <a:pt x="12107" y="3564"/>
                    <a:pt x="12407" y="3453"/>
                  </a:cubicBezTo>
                  <a:cubicBezTo>
                    <a:pt x="12515" y="3413"/>
                    <a:pt x="12617" y="3392"/>
                    <a:pt x="12737" y="3397"/>
                  </a:cubicBezTo>
                  <a:cubicBezTo>
                    <a:pt x="13310" y="3419"/>
                    <a:pt x="13880" y="3363"/>
                    <a:pt x="14451" y="3334"/>
                  </a:cubicBezTo>
                  <a:cubicBezTo>
                    <a:pt x="15868" y="3257"/>
                    <a:pt x="17272" y="3073"/>
                    <a:pt x="18684" y="2949"/>
                  </a:cubicBezTo>
                  <a:cubicBezTo>
                    <a:pt x="19588" y="2868"/>
                    <a:pt x="20495" y="2821"/>
                    <a:pt x="21406" y="2846"/>
                  </a:cubicBezTo>
                  <a:cubicBezTo>
                    <a:pt x="21430" y="2846"/>
                    <a:pt x="21457" y="2847"/>
                    <a:pt x="21481" y="2847"/>
                  </a:cubicBezTo>
                  <a:cubicBezTo>
                    <a:pt x="21516" y="2849"/>
                    <a:pt x="21553" y="2856"/>
                    <a:pt x="21553" y="2897"/>
                  </a:cubicBezTo>
                  <a:cubicBezTo>
                    <a:pt x="21551" y="2938"/>
                    <a:pt x="21511" y="2940"/>
                    <a:pt x="21478" y="2941"/>
                  </a:cubicBezTo>
                  <a:cubicBezTo>
                    <a:pt x="21297" y="2953"/>
                    <a:pt x="21117" y="2966"/>
                    <a:pt x="20936" y="2979"/>
                  </a:cubicBezTo>
                  <a:cubicBezTo>
                    <a:pt x="19283" y="3101"/>
                    <a:pt x="17631" y="3222"/>
                    <a:pt x="15980" y="3348"/>
                  </a:cubicBezTo>
                  <a:cubicBezTo>
                    <a:pt x="15422" y="3391"/>
                    <a:pt x="14864" y="3442"/>
                    <a:pt x="14307" y="3468"/>
                  </a:cubicBezTo>
                  <a:cubicBezTo>
                    <a:pt x="13970" y="3485"/>
                    <a:pt x="13633" y="3457"/>
                    <a:pt x="13298" y="3436"/>
                  </a:cubicBezTo>
                  <a:cubicBezTo>
                    <a:pt x="12957" y="3416"/>
                    <a:pt x="12644" y="3476"/>
                    <a:pt x="12340" y="3618"/>
                  </a:cubicBezTo>
                  <a:cubicBezTo>
                    <a:pt x="12119" y="3722"/>
                    <a:pt x="11896" y="3823"/>
                    <a:pt x="11681" y="3945"/>
                  </a:cubicBezTo>
                  <a:cubicBezTo>
                    <a:pt x="11221" y="4207"/>
                    <a:pt x="10763" y="4475"/>
                    <a:pt x="10282" y="4707"/>
                  </a:cubicBezTo>
                  <a:cubicBezTo>
                    <a:pt x="10224" y="4736"/>
                    <a:pt x="10178" y="4763"/>
                    <a:pt x="10178" y="4837"/>
                  </a:cubicBezTo>
                  <a:cubicBezTo>
                    <a:pt x="10179" y="5325"/>
                    <a:pt x="9897" y="5633"/>
                    <a:pt x="9468" y="5852"/>
                  </a:cubicBezTo>
                  <a:cubicBezTo>
                    <a:pt x="9453" y="5858"/>
                    <a:pt x="9440" y="5867"/>
                    <a:pt x="9416" y="5885"/>
                  </a:cubicBezTo>
                  <a:cubicBezTo>
                    <a:pt x="9552" y="5937"/>
                    <a:pt x="9661" y="6005"/>
                    <a:pt x="9772" y="6075"/>
                  </a:cubicBezTo>
                  <a:cubicBezTo>
                    <a:pt x="9974" y="6199"/>
                    <a:pt x="10045" y="6398"/>
                    <a:pt x="10048" y="6598"/>
                  </a:cubicBezTo>
                  <a:cubicBezTo>
                    <a:pt x="10054" y="7286"/>
                    <a:pt x="10053" y="7975"/>
                    <a:pt x="10069" y="8665"/>
                  </a:cubicBezTo>
                  <a:cubicBezTo>
                    <a:pt x="10070" y="8731"/>
                    <a:pt x="10059" y="8798"/>
                    <a:pt x="10053" y="8867"/>
                  </a:cubicBezTo>
                  <a:cubicBezTo>
                    <a:pt x="10101" y="8876"/>
                    <a:pt x="10126" y="8845"/>
                    <a:pt x="10157" y="8829"/>
                  </a:cubicBezTo>
                  <a:cubicBezTo>
                    <a:pt x="10617" y="8580"/>
                    <a:pt x="11048" y="8291"/>
                    <a:pt x="11479" y="8000"/>
                  </a:cubicBezTo>
                  <a:cubicBezTo>
                    <a:pt x="11829" y="7763"/>
                    <a:pt x="12188" y="7543"/>
                    <a:pt x="12585" y="7377"/>
                  </a:cubicBezTo>
                  <a:cubicBezTo>
                    <a:pt x="12699" y="7329"/>
                    <a:pt x="12814" y="7300"/>
                    <a:pt x="12936" y="7294"/>
                  </a:cubicBezTo>
                  <a:cubicBezTo>
                    <a:pt x="14032" y="7222"/>
                    <a:pt x="15121" y="7084"/>
                    <a:pt x="16211" y="6966"/>
                  </a:cubicBezTo>
                  <a:cubicBezTo>
                    <a:pt x="17650" y="6813"/>
                    <a:pt x="19089" y="6674"/>
                    <a:pt x="20542" y="6718"/>
                  </a:cubicBezTo>
                  <a:cubicBezTo>
                    <a:pt x="20655" y="6723"/>
                    <a:pt x="20768" y="6729"/>
                    <a:pt x="20881" y="6735"/>
                  </a:cubicBezTo>
                  <a:cubicBezTo>
                    <a:pt x="20923" y="6737"/>
                    <a:pt x="20974" y="6737"/>
                    <a:pt x="20973" y="6794"/>
                  </a:cubicBezTo>
                  <a:cubicBezTo>
                    <a:pt x="20971" y="6849"/>
                    <a:pt x="20918" y="6846"/>
                    <a:pt x="20877" y="6847"/>
                  </a:cubicBezTo>
                  <a:cubicBezTo>
                    <a:pt x="20558" y="6858"/>
                    <a:pt x="20239" y="6873"/>
                    <a:pt x="19918" y="6884"/>
                  </a:cubicBezTo>
                  <a:cubicBezTo>
                    <a:pt x="18184" y="6934"/>
                    <a:pt x="16458" y="7077"/>
                    <a:pt x="14741" y="7307"/>
                  </a:cubicBezTo>
                  <a:cubicBezTo>
                    <a:pt x="14226" y="7377"/>
                    <a:pt x="13713" y="7418"/>
                    <a:pt x="13194" y="7391"/>
                  </a:cubicBezTo>
                  <a:cubicBezTo>
                    <a:pt x="12986" y="7382"/>
                    <a:pt x="12784" y="7389"/>
                    <a:pt x="12579" y="7493"/>
                  </a:cubicBezTo>
                  <a:cubicBezTo>
                    <a:pt x="12186" y="7688"/>
                    <a:pt x="11811" y="7904"/>
                    <a:pt x="11452" y="8148"/>
                  </a:cubicBezTo>
                  <a:cubicBezTo>
                    <a:pt x="11017" y="8445"/>
                    <a:pt x="10577" y="8727"/>
                    <a:pt x="10109" y="8974"/>
                  </a:cubicBezTo>
                  <a:cubicBezTo>
                    <a:pt x="10035" y="9012"/>
                    <a:pt x="9992" y="9059"/>
                    <a:pt x="9992" y="9140"/>
                  </a:cubicBezTo>
                  <a:cubicBezTo>
                    <a:pt x="9992" y="9313"/>
                    <a:pt x="9894" y="9459"/>
                    <a:pt x="9852" y="9621"/>
                  </a:cubicBezTo>
                  <a:cubicBezTo>
                    <a:pt x="9833" y="9695"/>
                    <a:pt x="9759" y="9759"/>
                    <a:pt x="9710" y="9826"/>
                  </a:cubicBezTo>
                  <a:cubicBezTo>
                    <a:pt x="9677" y="9867"/>
                    <a:pt x="9669" y="9896"/>
                    <a:pt x="9719" y="9934"/>
                  </a:cubicBezTo>
                  <a:cubicBezTo>
                    <a:pt x="9956" y="10108"/>
                    <a:pt x="10000" y="10363"/>
                    <a:pt x="9998" y="10620"/>
                  </a:cubicBezTo>
                  <a:cubicBezTo>
                    <a:pt x="9996" y="11138"/>
                    <a:pt x="9940" y="11654"/>
                    <a:pt x="9942" y="12172"/>
                  </a:cubicBezTo>
                  <a:cubicBezTo>
                    <a:pt x="9942" y="12278"/>
                    <a:pt x="9963" y="12288"/>
                    <a:pt x="10056" y="12235"/>
                  </a:cubicBezTo>
                  <a:cubicBezTo>
                    <a:pt x="10513" y="11971"/>
                    <a:pt x="10968" y="11708"/>
                    <a:pt x="11426" y="11449"/>
                  </a:cubicBezTo>
                  <a:cubicBezTo>
                    <a:pt x="11635" y="11330"/>
                    <a:pt x="11851" y="11226"/>
                    <a:pt x="12074" y="11129"/>
                  </a:cubicBezTo>
                  <a:cubicBezTo>
                    <a:pt x="12131" y="11104"/>
                    <a:pt x="12188" y="11086"/>
                    <a:pt x="12220" y="11160"/>
                  </a:cubicBezTo>
                  <a:cubicBezTo>
                    <a:pt x="12237" y="11201"/>
                    <a:pt x="12263" y="11186"/>
                    <a:pt x="12292" y="11179"/>
                  </a:cubicBezTo>
                  <a:cubicBezTo>
                    <a:pt x="12612" y="11078"/>
                    <a:pt x="12947" y="11086"/>
                    <a:pt x="13277" y="11056"/>
                  </a:cubicBezTo>
                  <a:cubicBezTo>
                    <a:pt x="14101" y="10981"/>
                    <a:pt x="14925" y="10893"/>
                    <a:pt x="15751" y="10820"/>
                  </a:cubicBezTo>
                  <a:cubicBezTo>
                    <a:pt x="17405" y="10678"/>
                    <a:pt x="19061" y="10538"/>
                    <a:pt x="20726" y="10593"/>
                  </a:cubicBezTo>
                  <a:cubicBezTo>
                    <a:pt x="20782" y="10594"/>
                    <a:pt x="20886" y="10555"/>
                    <a:pt x="20883" y="10653"/>
                  </a:cubicBezTo>
                  <a:cubicBezTo>
                    <a:pt x="20880" y="10737"/>
                    <a:pt x="20784" y="10703"/>
                    <a:pt x="20728" y="10705"/>
                  </a:cubicBezTo>
                  <a:cubicBezTo>
                    <a:pt x="19339" y="10726"/>
                    <a:pt x="17951" y="10773"/>
                    <a:pt x="16567" y="10881"/>
                  </a:cubicBezTo>
                  <a:cubicBezTo>
                    <a:pt x="15717" y="10948"/>
                    <a:pt x="14868" y="11034"/>
                    <a:pt x="14016" y="11101"/>
                  </a:cubicBezTo>
                  <a:cubicBezTo>
                    <a:pt x="13664" y="11129"/>
                    <a:pt x="13310" y="11126"/>
                    <a:pt x="12957" y="11139"/>
                  </a:cubicBezTo>
                  <a:cubicBezTo>
                    <a:pt x="12721" y="11147"/>
                    <a:pt x="12494" y="11212"/>
                    <a:pt x="12261" y="11239"/>
                  </a:cubicBezTo>
                  <a:cubicBezTo>
                    <a:pt x="11981" y="11274"/>
                    <a:pt x="11772" y="11426"/>
                    <a:pt x="11548" y="11551"/>
                  </a:cubicBezTo>
                  <a:cubicBezTo>
                    <a:pt x="11024" y="11845"/>
                    <a:pt x="10532" y="12187"/>
                    <a:pt x="9984" y="12445"/>
                  </a:cubicBezTo>
                  <a:cubicBezTo>
                    <a:pt x="9931" y="12471"/>
                    <a:pt x="9918" y="12512"/>
                    <a:pt x="9908" y="12560"/>
                  </a:cubicBezTo>
                  <a:cubicBezTo>
                    <a:pt x="9883" y="12694"/>
                    <a:pt x="9844" y="12824"/>
                    <a:pt x="9759" y="12937"/>
                  </a:cubicBezTo>
                  <a:cubicBezTo>
                    <a:pt x="9730" y="12976"/>
                    <a:pt x="9735" y="13011"/>
                    <a:pt x="9750" y="13058"/>
                  </a:cubicBezTo>
                  <a:cubicBezTo>
                    <a:pt x="9804" y="13239"/>
                    <a:pt x="9863" y="13415"/>
                    <a:pt x="9843" y="13615"/>
                  </a:cubicBezTo>
                  <a:cubicBezTo>
                    <a:pt x="9764" y="14345"/>
                    <a:pt x="9729" y="15079"/>
                    <a:pt x="9753" y="15812"/>
                  </a:cubicBezTo>
                  <a:cubicBezTo>
                    <a:pt x="9756" y="15946"/>
                    <a:pt x="9756" y="15946"/>
                    <a:pt x="9881" y="15879"/>
                  </a:cubicBezTo>
                  <a:cubicBezTo>
                    <a:pt x="10690" y="15437"/>
                    <a:pt x="11484" y="14972"/>
                    <a:pt x="12264" y="14490"/>
                  </a:cubicBezTo>
                  <a:cubicBezTo>
                    <a:pt x="12316" y="14458"/>
                    <a:pt x="12373" y="14393"/>
                    <a:pt x="12430" y="14488"/>
                  </a:cubicBezTo>
                  <a:cubicBezTo>
                    <a:pt x="12433" y="14500"/>
                    <a:pt x="12462" y="14508"/>
                    <a:pt x="12446" y="14534"/>
                  </a:cubicBezTo>
                </a:path>
              </a:pathLst>
            </a:custGeom>
            <a:solidFill>
              <a:srgbClr val="0101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86" name="形状">
              <a:extLst>
                <a:ext uri="{FF2B5EF4-FFF2-40B4-BE49-F238E27FC236}">
                  <a16:creationId xmlns:a16="http://schemas.microsoft.com/office/drawing/2014/main" id="{B6041D46-165B-22F0-4E7A-B6E145DCD813}"/>
                </a:ext>
              </a:extLst>
            </p:cNvPr>
            <p:cNvSpPr/>
            <p:nvPr/>
          </p:nvSpPr>
          <p:spPr>
            <a:xfrm>
              <a:off x="5267643" y="7574088"/>
              <a:ext cx="3603179" cy="244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296" extrusionOk="0">
                  <a:moveTo>
                    <a:pt x="0" y="21296"/>
                  </a:moveTo>
                  <a:cubicBezTo>
                    <a:pt x="43" y="18047"/>
                    <a:pt x="153" y="16395"/>
                    <a:pt x="382" y="15198"/>
                  </a:cubicBezTo>
                  <a:cubicBezTo>
                    <a:pt x="1074" y="11721"/>
                    <a:pt x="1778" y="11265"/>
                    <a:pt x="2486" y="12177"/>
                  </a:cubicBezTo>
                  <a:cubicBezTo>
                    <a:pt x="3839" y="13830"/>
                    <a:pt x="5165" y="10923"/>
                    <a:pt x="6498" y="9043"/>
                  </a:cubicBezTo>
                  <a:cubicBezTo>
                    <a:pt x="10236" y="3799"/>
                    <a:pt x="13984" y="551"/>
                    <a:pt x="17745" y="38"/>
                  </a:cubicBezTo>
                  <a:cubicBezTo>
                    <a:pt x="18866" y="-76"/>
                    <a:pt x="19995" y="95"/>
                    <a:pt x="21116" y="209"/>
                  </a:cubicBezTo>
                  <a:cubicBezTo>
                    <a:pt x="21199" y="209"/>
                    <a:pt x="21281" y="209"/>
                    <a:pt x="21368" y="266"/>
                  </a:cubicBezTo>
                  <a:cubicBezTo>
                    <a:pt x="21454" y="380"/>
                    <a:pt x="21584" y="-304"/>
                    <a:pt x="21596" y="1577"/>
                  </a:cubicBezTo>
                  <a:cubicBezTo>
                    <a:pt x="21600" y="3514"/>
                    <a:pt x="21462" y="3002"/>
                    <a:pt x="21380" y="3059"/>
                  </a:cubicBezTo>
                  <a:cubicBezTo>
                    <a:pt x="21018" y="3287"/>
                    <a:pt x="20656" y="3514"/>
                    <a:pt x="20294" y="3628"/>
                  </a:cubicBezTo>
                  <a:cubicBezTo>
                    <a:pt x="17037" y="4939"/>
                    <a:pt x="13776" y="6307"/>
                    <a:pt x="10527" y="9271"/>
                  </a:cubicBezTo>
                  <a:cubicBezTo>
                    <a:pt x="8682" y="10980"/>
                    <a:pt x="6841" y="13203"/>
                    <a:pt x="5000" y="15084"/>
                  </a:cubicBezTo>
                  <a:cubicBezTo>
                    <a:pt x="4107" y="15996"/>
                    <a:pt x="3210" y="16509"/>
                    <a:pt x="2313" y="15084"/>
                  </a:cubicBezTo>
                  <a:cubicBezTo>
                    <a:pt x="1872" y="14400"/>
                    <a:pt x="1424" y="14343"/>
                    <a:pt x="983" y="15141"/>
                  </a:cubicBezTo>
                  <a:cubicBezTo>
                    <a:pt x="618" y="15825"/>
                    <a:pt x="267" y="17136"/>
                    <a:pt x="0" y="21296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87" name="形状">
              <a:extLst>
                <a:ext uri="{FF2B5EF4-FFF2-40B4-BE49-F238E27FC236}">
                  <a16:creationId xmlns:a16="http://schemas.microsoft.com/office/drawing/2014/main" id="{2CE4EFA8-498A-9B39-AA42-4D3DD723AABE}"/>
                </a:ext>
              </a:extLst>
            </p:cNvPr>
            <p:cNvSpPr/>
            <p:nvPr/>
          </p:nvSpPr>
          <p:spPr>
            <a:xfrm>
              <a:off x="5474916" y="6044849"/>
              <a:ext cx="3109142" cy="192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3" h="20059" extrusionOk="0">
                  <a:moveTo>
                    <a:pt x="38" y="18741"/>
                  </a:moveTo>
                  <a:cubicBezTo>
                    <a:pt x="2887" y="14640"/>
                    <a:pt x="5737" y="12589"/>
                    <a:pt x="8591" y="9513"/>
                  </a:cubicBezTo>
                  <a:cubicBezTo>
                    <a:pt x="11992" y="5754"/>
                    <a:pt x="15388" y="1584"/>
                    <a:pt x="18793" y="354"/>
                  </a:cubicBezTo>
                  <a:cubicBezTo>
                    <a:pt x="19628" y="81"/>
                    <a:pt x="20467" y="81"/>
                    <a:pt x="21305" y="81"/>
                  </a:cubicBezTo>
                  <a:cubicBezTo>
                    <a:pt x="21415" y="81"/>
                    <a:pt x="21579" y="-603"/>
                    <a:pt x="21583" y="1994"/>
                  </a:cubicBezTo>
                  <a:cubicBezTo>
                    <a:pt x="21588" y="4729"/>
                    <a:pt x="21419" y="4113"/>
                    <a:pt x="21310" y="4113"/>
                  </a:cubicBezTo>
                  <a:cubicBezTo>
                    <a:pt x="16423" y="3772"/>
                    <a:pt x="11568" y="11632"/>
                    <a:pt x="6699" y="16075"/>
                  </a:cubicBezTo>
                  <a:cubicBezTo>
                    <a:pt x="4483" y="18058"/>
                    <a:pt x="2263" y="20997"/>
                    <a:pt x="34" y="19767"/>
                  </a:cubicBezTo>
                  <a:cubicBezTo>
                    <a:pt x="-12" y="19425"/>
                    <a:pt x="-12" y="19083"/>
                    <a:pt x="38" y="18741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88" name="形状">
              <a:extLst>
                <a:ext uri="{FF2B5EF4-FFF2-40B4-BE49-F238E27FC236}">
                  <a16:creationId xmlns:a16="http://schemas.microsoft.com/office/drawing/2014/main" id="{877942C7-228A-D7B6-86C3-055186A4F330}"/>
                </a:ext>
              </a:extLst>
            </p:cNvPr>
            <p:cNvSpPr/>
            <p:nvPr/>
          </p:nvSpPr>
          <p:spPr>
            <a:xfrm>
              <a:off x="5088143" y="6225592"/>
              <a:ext cx="393085" cy="61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41" extrusionOk="0">
                  <a:moveTo>
                    <a:pt x="21600" y="386"/>
                  </a:moveTo>
                  <a:cubicBezTo>
                    <a:pt x="21600" y="1477"/>
                    <a:pt x="21600" y="2568"/>
                    <a:pt x="21600" y="3659"/>
                  </a:cubicBezTo>
                  <a:cubicBezTo>
                    <a:pt x="17410" y="5623"/>
                    <a:pt x="13220" y="7805"/>
                    <a:pt x="9030" y="9986"/>
                  </a:cubicBezTo>
                  <a:cubicBezTo>
                    <a:pt x="6104" y="11514"/>
                    <a:pt x="3359" y="16532"/>
                    <a:pt x="506" y="20241"/>
                  </a:cubicBezTo>
                  <a:cubicBezTo>
                    <a:pt x="361" y="18059"/>
                    <a:pt x="181" y="15659"/>
                    <a:pt x="0" y="13477"/>
                  </a:cubicBezTo>
                  <a:cubicBezTo>
                    <a:pt x="7116" y="2786"/>
                    <a:pt x="14304" y="-1359"/>
                    <a:pt x="21600" y="386"/>
                  </a:cubicBezTo>
                </a:path>
              </a:pathLst>
            </a:custGeom>
            <a:solidFill>
              <a:srgbClr val="4C4C4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89" name="形状">
              <a:extLst>
                <a:ext uri="{FF2B5EF4-FFF2-40B4-BE49-F238E27FC236}">
                  <a16:creationId xmlns:a16="http://schemas.microsoft.com/office/drawing/2014/main" id="{A7C206F4-AACC-8A53-6E42-5E0682E52EC5}"/>
                </a:ext>
              </a:extLst>
            </p:cNvPr>
            <p:cNvSpPr/>
            <p:nvPr/>
          </p:nvSpPr>
          <p:spPr>
            <a:xfrm>
              <a:off x="447216" y="4093509"/>
              <a:ext cx="139231" cy="271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9" h="21600" extrusionOk="0">
                  <a:moveTo>
                    <a:pt x="0" y="8296"/>
                  </a:moveTo>
                  <a:cubicBezTo>
                    <a:pt x="2411" y="5687"/>
                    <a:pt x="193" y="2765"/>
                    <a:pt x="1639" y="0"/>
                  </a:cubicBezTo>
                  <a:cubicBezTo>
                    <a:pt x="5882" y="0"/>
                    <a:pt x="6364" y="1826"/>
                    <a:pt x="6268" y="3443"/>
                  </a:cubicBezTo>
                  <a:cubicBezTo>
                    <a:pt x="5786" y="8817"/>
                    <a:pt x="10125" y="12783"/>
                    <a:pt x="17068" y="16330"/>
                  </a:cubicBezTo>
                  <a:cubicBezTo>
                    <a:pt x="19189" y="17426"/>
                    <a:pt x="21600" y="18626"/>
                    <a:pt x="19864" y="20557"/>
                  </a:cubicBezTo>
                  <a:cubicBezTo>
                    <a:pt x="19189" y="20922"/>
                    <a:pt x="18611" y="21235"/>
                    <a:pt x="17936" y="21600"/>
                  </a:cubicBezTo>
                  <a:cubicBezTo>
                    <a:pt x="10318" y="17739"/>
                    <a:pt x="2989" y="13930"/>
                    <a:pt x="0" y="8296"/>
                  </a:cubicBezTo>
                </a:path>
              </a:pathLst>
            </a:custGeom>
            <a:solidFill>
              <a:srgbClr val="58585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0" name="形状">
              <a:extLst>
                <a:ext uri="{FF2B5EF4-FFF2-40B4-BE49-F238E27FC236}">
                  <a16:creationId xmlns:a16="http://schemas.microsoft.com/office/drawing/2014/main" id="{E0DDBEA7-3A59-E3CB-BEC3-433CC350FC49}"/>
                </a:ext>
              </a:extLst>
            </p:cNvPr>
            <p:cNvSpPr/>
            <p:nvPr/>
          </p:nvSpPr>
          <p:spPr>
            <a:xfrm>
              <a:off x="106169" y="761190"/>
              <a:ext cx="3651649" cy="2031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74" extrusionOk="0">
                  <a:moveTo>
                    <a:pt x="1241" y="17678"/>
                  </a:moveTo>
                  <a:cubicBezTo>
                    <a:pt x="1167" y="17560"/>
                    <a:pt x="1152" y="17401"/>
                    <a:pt x="1140" y="17234"/>
                  </a:cubicBezTo>
                  <a:cubicBezTo>
                    <a:pt x="884" y="12854"/>
                    <a:pt x="453" y="8516"/>
                    <a:pt x="189" y="4130"/>
                  </a:cubicBezTo>
                  <a:cubicBezTo>
                    <a:pt x="112" y="2860"/>
                    <a:pt x="65" y="1589"/>
                    <a:pt x="7" y="319"/>
                  </a:cubicBezTo>
                  <a:cubicBezTo>
                    <a:pt x="3" y="215"/>
                    <a:pt x="-20" y="97"/>
                    <a:pt x="50" y="0"/>
                  </a:cubicBezTo>
                  <a:cubicBezTo>
                    <a:pt x="1318" y="1104"/>
                    <a:pt x="2723" y="1124"/>
                    <a:pt x="4084" y="1451"/>
                  </a:cubicBezTo>
                  <a:cubicBezTo>
                    <a:pt x="7199" y="2186"/>
                    <a:pt x="10326" y="2506"/>
                    <a:pt x="13464" y="2360"/>
                  </a:cubicBezTo>
                  <a:cubicBezTo>
                    <a:pt x="14950" y="2290"/>
                    <a:pt x="16436" y="2103"/>
                    <a:pt x="17906" y="1777"/>
                  </a:cubicBezTo>
                  <a:cubicBezTo>
                    <a:pt x="18124" y="1728"/>
                    <a:pt x="18182" y="1812"/>
                    <a:pt x="18197" y="2200"/>
                  </a:cubicBezTo>
                  <a:cubicBezTo>
                    <a:pt x="18426" y="7808"/>
                    <a:pt x="18690" y="13417"/>
                    <a:pt x="18682" y="19053"/>
                  </a:cubicBezTo>
                  <a:cubicBezTo>
                    <a:pt x="18682" y="19178"/>
                    <a:pt x="18682" y="19310"/>
                    <a:pt x="18702" y="19428"/>
                  </a:cubicBezTo>
                  <a:cubicBezTo>
                    <a:pt x="18713" y="19518"/>
                    <a:pt x="18756" y="19587"/>
                    <a:pt x="18810" y="19580"/>
                  </a:cubicBezTo>
                  <a:cubicBezTo>
                    <a:pt x="18864" y="19573"/>
                    <a:pt x="18903" y="19511"/>
                    <a:pt x="18911" y="19414"/>
                  </a:cubicBezTo>
                  <a:cubicBezTo>
                    <a:pt x="18923" y="19310"/>
                    <a:pt x="18923" y="19192"/>
                    <a:pt x="18923" y="19087"/>
                  </a:cubicBezTo>
                  <a:cubicBezTo>
                    <a:pt x="18911" y="14937"/>
                    <a:pt x="18760" y="10793"/>
                    <a:pt x="18581" y="6656"/>
                  </a:cubicBezTo>
                  <a:cubicBezTo>
                    <a:pt x="18519" y="5143"/>
                    <a:pt x="18449" y="3644"/>
                    <a:pt x="18376" y="2138"/>
                  </a:cubicBezTo>
                  <a:cubicBezTo>
                    <a:pt x="18356" y="1791"/>
                    <a:pt x="18418" y="1659"/>
                    <a:pt x="18612" y="1624"/>
                  </a:cubicBezTo>
                  <a:cubicBezTo>
                    <a:pt x="19016" y="1541"/>
                    <a:pt x="19419" y="1409"/>
                    <a:pt x="19823" y="1298"/>
                  </a:cubicBezTo>
                  <a:cubicBezTo>
                    <a:pt x="19947" y="1256"/>
                    <a:pt x="20040" y="1235"/>
                    <a:pt x="19993" y="1576"/>
                  </a:cubicBezTo>
                  <a:cubicBezTo>
                    <a:pt x="19699" y="3651"/>
                    <a:pt x="19823" y="5733"/>
                    <a:pt x="19924" y="7822"/>
                  </a:cubicBezTo>
                  <a:cubicBezTo>
                    <a:pt x="20048" y="10252"/>
                    <a:pt x="20172" y="12681"/>
                    <a:pt x="20304" y="15110"/>
                  </a:cubicBezTo>
                  <a:cubicBezTo>
                    <a:pt x="20323" y="15395"/>
                    <a:pt x="20308" y="15513"/>
                    <a:pt x="20114" y="15534"/>
                  </a:cubicBezTo>
                  <a:cubicBezTo>
                    <a:pt x="19764" y="15575"/>
                    <a:pt x="19543" y="16075"/>
                    <a:pt x="19551" y="16679"/>
                  </a:cubicBezTo>
                  <a:cubicBezTo>
                    <a:pt x="19555" y="17297"/>
                    <a:pt x="19745" y="17706"/>
                    <a:pt x="20102" y="17783"/>
                  </a:cubicBezTo>
                  <a:cubicBezTo>
                    <a:pt x="20280" y="17817"/>
                    <a:pt x="20420" y="17838"/>
                    <a:pt x="20389" y="18261"/>
                  </a:cubicBezTo>
                  <a:cubicBezTo>
                    <a:pt x="20377" y="18421"/>
                    <a:pt x="20428" y="18546"/>
                    <a:pt x="20536" y="18525"/>
                  </a:cubicBezTo>
                  <a:cubicBezTo>
                    <a:pt x="20641" y="18504"/>
                    <a:pt x="20664" y="18352"/>
                    <a:pt x="20661" y="18199"/>
                  </a:cubicBezTo>
                  <a:cubicBezTo>
                    <a:pt x="20637" y="17658"/>
                    <a:pt x="20707" y="17172"/>
                    <a:pt x="20808" y="16665"/>
                  </a:cubicBezTo>
                  <a:cubicBezTo>
                    <a:pt x="20913" y="16172"/>
                    <a:pt x="21146" y="16186"/>
                    <a:pt x="21336" y="16061"/>
                  </a:cubicBezTo>
                  <a:cubicBezTo>
                    <a:pt x="21436" y="15992"/>
                    <a:pt x="21421" y="16214"/>
                    <a:pt x="21425" y="16318"/>
                  </a:cubicBezTo>
                  <a:cubicBezTo>
                    <a:pt x="21433" y="16755"/>
                    <a:pt x="21436" y="17193"/>
                    <a:pt x="21440" y="17630"/>
                  </a:cubicBezTo>
                  <a:cubicBezTo>
                    <a:pt x="21440" y="17817"/>
                    <a:pt x="21444" y="17998"/>
                    <a:pt x="21553" y="18102"/>
                  </a:cubicBezTo>
                  <a:cubicBezTo>
                    <a:pt x="21572" y="18123"/>
                    <a:pt x="21580" y="18143"/>
                    <a:pt x="21572" y="18178"/>
                  </a:cubicBezTo>
                  <a:cubicBezTo>
                    <a:pt x="21564" y="18199"/>
                    <a:pt x="21561" y="18213"/>
                    <a:pt x="21553" y="18213"/>
                  </a:cubicBezTo>
                  <a:cubicBezTo>
                    <a:pt x="21243" y="18581"/>
                    <a:pt x="20897" y="18803"/>
                    <a:pt x="20548" y="18990"/>
                  </a:cubicBezTo>
                  <a:cubicBezTo>
                    <a:pt x="17573" y="20628"/>
                    <a:pt x="14539" y="21600"/>
                    <a:pt x="11412" y="21461"/>
                  </a:cubicBezTo>
                  <a:cubicBezTo>
                    <a:pt x="9841" y="21399"/>
                    <a:pt x="8286" y="21093"/>
                    <a:pt x="6722" y="20885"/>
                  </a:cubicBezTo>
                  <a:cubicBezTo>
                    <a:pt x="5710" y="20753"/>
                    <a:pt x="4686" y="20719"/>
                    <a:pt x="3692" y="20288"/>
                  </a:cubicBezTo>
                  <a:cubicBezTo>
                    <a:pt x="2990" y="19983"/>
                    <a:pt x="2304" y="19594"/>
                    <a:pt x="1749" y="18685"/>
                  </a:cubicBezTo>
                  <a:cubicBezTo>
                    <a:pt x="1633" y="18261"/>
                    <a:pt x="1439" y="17970"/>
                    <a:pt x="1241" y="17678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1" name="形状">
              <a:extLst>
                <a:ext uri="{FF2B5EF4-FFF2-40B4-BE49-F238E27FC236}">
                  <a16:creationId xmlns:a16="http://schemas.microsoft.com/office/drawing/2014/main" id="{AA404C0D-1099-3B74-1170-41876C1B4B5F}"/>
                </a:ext>
              </a:extLst>
            </p:cNvPr>
            <p:cNvSpPr/>
            <p:nvPr/>
          </p:nvSpPr>
          <p:spPr>
            <a:xfrm>
              <a:off x="140582" y="82025"/>
              <a:ext cx="4038489" cy="8315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3" h="21262" extrusionOk="0">
                  <a:moveTo>
                    <a:pt x="4681" y="14360"/>
                  </a:moveTo>
                  <a:cubicBezTo>
                    <a:pt x="4198" y="15368"/>
                    <a:pt x="3719" y="16459"/>
                    <a:pt x="3267" y="17786"/>
                  </a:cubicBezTo>
                  <a:cubicBezTo>
                    <a:pt x="3149" y="18105"/>
                    <a:pt x="3041" y="18256"/>
                    <a:pt x="2906" y="18122"/>
                  </a:cubicBezTo>
                  <a:cubicBezTo>
                    <a:pt x="2284" y="17618"/>
                    <a:pt x="1655" y="17501"/>
                    <a:pt x="1040" y="16778"/>
                  </a:cubicBezTo>
                  <a:cubicBezTo>
                    <a:pt x="838" y="16526"/>
                    <a:pt x="637" y="16275"/>
                    <a:pt x="428" y="15619"/>
                  </a:cubicBezTo>
                  <a:cubicBezTo>
                    <a:pt x="515" y="15334"/>
                    <a:pt x="581" y="15116"/>
                    <a:pt x="654" y="14914"/>
                  </a:cubicBezTo>
                  <a:cubicBezTo>
                    <a:pt x="1936" y="11437"/>
                    <a:pt x="3211" y="7977"/>
                    <a:pt x="4493" y="4500"/>
                  </a:cubicBezTo>
                  <a:cubicBezTo>
                    <a:pt x="4525" y="4416"/>
                    <a:pt x="4559" y="4349"/>
                    <a:pt x="4587" y="4232"/>
                  </a:cubicBezTo>
                  <a:cubicBezTo>
                    <a:pt x="4664" y="3896"/>
                    <a:pt x="4855" y="3778"/>
                    <a:pt x="4782" y="3190"/>
                  </a:cubicBezTo>
                  <a:cubicBezTo>
                    <a:pt x="4709" y="2586"/>
                    <a:pt x="4591" y="3291"/>
                    <a:pt x="4507" y="3509"/>
                  </a:cubicBezTo>
                  <a:cubicBezTo>
                    <a:pt x="3409" y="6566"/>
                    <a:pt x="2259" y="9170"/>
                    <a:pt x="1186" y="12428"/>
                  </a:cubicBezTo>
                  <a:cubicBezTo>
                    <a:pt x="939" y="13184"/>
                    <a:pt x="689" y="13906"/>
                    <a:pt x="456" y="14763"/>
                  </a:cubicBezTo>
                  <a:cubicBezTo>
                    <a:pt x="300" y="15351"/>
                    <a:pt x="216" y="15082"/>
                    <a:pt x="123" y="14494"/>
                  </a:cubicBezTo>
                  <a:cubicBezTo>
                    <a:pt x="-124" y="12932"/>
                    <a:pt x="15" y="10161"/>
                    <a:pt x="415" y="8817"/>
                  </a:cubicBezTo>
                  <a:cubicBezTo>
                    <a:pt x="665" y="7977"/>
                    <a:pt x="946" y="7473"/>
                    <a:pt x="1231" y="7003"/>
                  </a:cubicBezTo>
                  <a:cubicBezTo>
                    <a:pt x="1749" y="6113"/>
                    <a:pt x="2277" y="5475"/>
                    <a:pt x="2805" y="4769"/>
                  </a:cubicBezTo>
                  <a:cubicBezTo>
                    <a:pt x="2923" y="4635"/>
                    <a:pt x="3065" y="4568"/>
                    <a:pt x="3048" y="3661"/>
                  </a:cubicBezTo>
                  <a:cubicBezTo>
                    <a:pt x="3038" y="2989"/>
                    <a:pt x="3170" y="3123"/>
                    <a:pt x="3246" y="3005"/>
                  </a:cubicBezTo>
                  <a:cubicBezTo>
                    <a:pt x="4254" y="1746"/>
                    <a:pt x="5282" y="940"/>
                    <a:pt x="6321" y="637"/>
                  </a:cubicBezTo>
                  <a:cubicBezTo>
                    <a:pt x="9566" y="-253"/>
                    <a:pt x="12808" y="-253"/>
                    <a:pt x="16049" y="906"/>
                  </a:cubicBezTo>
                  <a:cubicBezTo>
                    <a:pt x="17185" y="1309"/>
                    <a:pt x="18321" y="1998"/>
                    <a:pt x="19426" y="3375"/>
                  </a:cubicBezTo>
                  <a:cubicBezTo>
                    <a:pt x="20135" y="4265"/>
                    <a:pt x="20732" y="6298"/>
                    <a:pt x="21202" y="9052"/>
                  </a:cubicBezTo>
                  <a:cubicBezTo>
                    <a:pt x="21476" y="10648"/>
                    <a:pt x="21410" y="12109"/>
                    <a:pt x="21076" y="13402"/>
                  </a:cubicBezTo>
                  <a:cubicBezTo>
                    <a:pt x="20413" y="16023"/>
                    <a:pt x="19642" y="16879"/>
                    <a:pt x="18769" y="16846"/>
                  </a:cubicBezTo>
                  <a:cubicBezTo>
                    <a:pt x="19284" y="15166"/>
                    <a:pt x="19763" y="13638"/>
                    <a:pt x="20243" y="12075"/>
                  </a:cubicBezTo>
                  <a:cubicBezTo>
                    <a:pt x="20333" y="11773"/>
                    <a:pt x="20427" y="11488"/>
                    <a:pt x="20514" y="11168"/>
                  </a:cubicBezTo>
                  <a:cubicBezTo>
                    <a:pt x="20562" y="11000"/>
                    <a:pt x="20587" y="10749"/>
                    <a:pt x="20552" y="10463"/>
                  </a:cubicBezTo>
                  <a:cubicBezTo>
                    <a:pt x="20510" y="10110"/>
                    <a:pt x="20448" y="10177"/>
                    <a:pt x="20389" y="10362"/>
                  </a:cubicBezTo>
                  <a:cubicBezTo>
                    <a:pt x="20250" y="10782"/>
                    <a:pt x="20111" y="11202"/>
                    <a:pt x="19975" y="11639"/>
                  </a:cubicBezTo>
                  <a:cubicBezTo>
                    <a:pt x="19412" y="13436"/>
                    <a:pt x="18849" y="15233"/>
                    <a:pt x="18283" y="17014"/>
                  </a:cubicBezTo>
                  <a:cubicBezTo>
                    <a:pt x="18245" y="17114"/>
                    <a:pt x="18203" y="17232"/>
                    <a:pt x="18161" y="17266"/>
                  </a:cubicBezTo>
                  <a:cubicBezTo>
                    <a:pt x="16998" y="18374"/>
                    <a:pt x="15827" y="19231"/>
                    <a:pt x="14652" y="19886"/>
                  </a:cubicBezTo>
                  <a:cubicBezTo>
                    <a:pt x="14635" y="19600"/>
                    <a:pt x="14673" y="19533"/>
                    <a:pt x="14701" y="19449"/>
                  </a:cubicBezTo>
                  <a:cubicBezTo>
                    <a:pt x="15517" y="17282"/>
                    <a:pt x="16268" y="14645"/>
                    <a:pt x="17008" y="11924"/>
                  </a:cubicBezTo>
                  <a:cubicBezTo>
                    <a:pt x="17425" y="10396"/>
                    <a:pt x="17838" y="8867"/>
                    <a:pt x="18318" y="7860"/>
                  </a:cubicBezTo>
                  <a:cubicBezTo>
                    <a:pt x="18380" y="7742"/>
                    <a:pt x="18481" y="7591"/>
                    <a:pt x="18436" y="7154"/>
                  </a:cubicBezTo>
                  <a:cubicBezTo>
                    <a:pt x="18394" y="6717"/>
                    <a:pt x="18311" y="7003"/>
                    <a:pt x="18245" y="7121"/>
                  </a:cubicBezTo>
                  <a:cubicBezTo>
                    <a:pt x="17908" y="7843"/>
                    <a:pt x="17606" y="8817"/>
                    <a:pt x="17317" y="9909"/>
                  </a:cubicBezTo>
                  <a:cubicBezTo>
                    <a:pt x="16671" y="12294"/>
                    <a:pt x="16014" y="14561"/>
                    <a:pt x="15340" y="16778"/>
                  </a:cubicBezTo>
                  <a:cubicBezTo>
                    <a:pt x="14923" y="18122"/>
                    <a:pt x="14458" y="19012"/>
                    <a:pt x="14020" y="20188"/>
                  </a:cubicBezTo>
                  <a:cubicBezTo>
                    <a:pt x="13964" y="20339"/>
                    <a:pt x="13895" y="20339"/>
                    <a:pt x="13832" y="20356"/>
                  </a:cubicBezTo>
                  <a:cubicBezTo>
                    <a:pt x="12470" y="20961"/>
                    <a:pt x="11105" y="21347"/>
                    <a:pt x="9736" y="21246"/>
                  </a:cubicBezTo>
                  <a:cubicBezTo>
                    <a:pt x="9694" y="21246"/>
                    <a:pt x="9653" y="21213"/>
                    <a:pt x="9597" y="20944"/>
                  </a:cubicBezTo>
                  <a:cubicBezTo>
                    <a:pt x="9830" y="20322"/>
                    <a:pt x="10059" y="19634"/>
                    <a:pt x="10303" y="19080"/>
                  </a:cubicBezTo>
                  <a:cubicBezTo>
                    <a:pt x="11543" y="16275"/>
                    <a:pt x="12759" y="13268"/>
                    <a:pt x="13898" y="9573"/>
                  </a:cubicBezTo>
                  <a:cubicBezTo>
                    <a:pt x="13989" y="9270"/>
                    <a:pt x="14190" y="9002"/>
                    <a:pt x="14114" y="8464"/>
                  </a:cubicBezTo>
                  <a:cubicBezTo>
                    <a:pt x="14017" y="7759"/>
                    <a:pt x="13895" y="8649"/>
                    <a:pt x="13801" y="8935"/>
                  </a:cubicBezTo>
                  <a:cubicBezTo>
                    <a:pt x="12738" y="12176"/>
                    <a:pt x="11661" y="15284"/>
                    <a:pt x="10518" y="17887"/>
                  </a:cubicBezTo>
                  <a:cubicBezTo>
                    <a:pt x="10240" y="18542"/>
                    <a:pt x="9948" y="19130"/>
                    <a:pt x="9698" y="20003"/>
                  </a:cubicBezTo>
                  <a:cubicBezTo>
                    <a:pt x="9378" y="21129"/>
                    <a:pt x="9045" y="21297"/>
                    <a:pt x="8670" y="21179"/>
                  </a:cubicBezTo>
                  <a:cubicBezTo>
                    <a:pt x="7832" y="20927"/>
                    <a:pt x="6998" y="20574"/>
                    <a:pt x="6161" y="20154"/>
                  </a:cubicBezTo>
                  <a:cubicBezTo>
                    <a:pt x="6154" y="19936"/>
                    <a:pt x="6161" y="19768"/>
                    <a:pt x="6175" y="19667"/>
                  </a:cubicBezTo>
                  <a:cubicBezTo>
                    <a:pt x="6112" y="19768"/>
                    <a:pt x="6050" y="19835"/>
                    <a:pt x="5987" y="19869"/>
                  </a:cubicBezTo>
                  <a:cubicBezTo>
                    <a:pt x="5393" y="19919"/>
                    <a:pt x="4813" y="19298"/>
                    <a:pt x="4226" y="19012"/>
                  </a:cubicBezTo>
                  <a:cubicBezTo>
                    <a:pt x="3948" y="18861"/>
                    <a:pt x="3677" y="18643"/>
                    <a:pt x="3396" y="18307"/>
                  </a:cubicBezTo>
                  <a:cubicBezTo>
                    <a:pt x="3878" y="17198"/>
                    <a:pt x="4365" y="16157"/>
                    <a:pt x="4792" y="14662"/>
                  </a:cubicBezTo>
                  <a:cubicBezTo>
                    <a:pt x="4823" y="14444"/>
                    <a:pt x="4851" y="14192"/>
                    <a:pt x="4903" y="14091"/>
                  </a:cubicBezTo>
                  <a:cubicBezTo>
                    <a:pt x="5713" y="12075"/>
                    <a:pt x="6429" y="9254"/>
                    <a:pt x="7127" y="7524"/>
                  </a:cubicBezTo>
                  <a:cubicBezTo>
                    <a:pt x="6519" y="9002"/>
                    <a:pt x="5880" y="11437"/>
                    <a:pt x="5174" y="13352"/>
                  </a:cubicBezTo>
                  <a:cubicBezTo>
                    <a:pt x="5018" y="13772"/>
                    <a:pt x="4865" y="14225"/>
                    <a:pt x="4681" y="14360"/>
                  </a:cubicBezTo>
                  <a:close/>
                  <a:moveTo>
                    <a:pt x="9747" y="9270"/>
                  </a:moveTo>
                  <a:cubicBezTo>
                    <a:pt x="9291" y="10329"/>
                    <a:pt x="8621" y="12798"/>
                    <a:pt x="7891" y="15048"/>
                  </a:cubicBezTo>
                  <a:cubicBezTo>
                    <a:pt x="8624" y="12798"/>
                    <a:pt x="9295" y="10329"/>
                    <a:pt x="9747" y="9270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2" name="形状">
              <a:extLst>
                <a:ext uri="{FF2B5EF4-FFF2-40B4-BE49-F238E27FC236}">
                  <a16:creationId xmlns:a16="http://schemas.microsoft.com/office/drawing/2014/main" id="{431BF590-7A1C-116B-7273-64FFE0B71BB3}"/>
                </a:ext>
              </a:extLst>
            </p:cNvPr>
            <p:cNvSpPr/>
            <p:nvPr/>
          </p:nvSpPr>
          <p:spPr>
            <a:xfrm>
              <a:off x="363257" y="3045575"/>
              <a:ext cx="1956134" cy="1661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21423" extrusionOk="0">
                  <a:moveTo>
                    <a:pt x="2416" y="16842"/>
                  </a:moveTo>
                  <a:cubicBezTo>
                    <a:pt x="2264" y="16673"/>
                    <a:pt x="2119" y="16512"/>
                    <a:pt x="1975" y="16343"/>
                  </a:cubicBezTo>
                  <a:cubicBezTo>
                    <a:pt x="1447" y="15742"/>
                    <a:pt x="1005" y="15108"/>
                    <a:pt x="1114" y="14169"/>
                  </a:cubicBezTo>
                  <a:cubicBezTo>
                    <a:pt x="1143" y="13966"/>
                    <a:pt x="1071" y="13746"/>
                    <a:pt x="1034" y="13518"/>
                  </a:cubicBezTo>
                  <a:cubicBezTo>
                    <a:pt x="846" y="9036"/>
                    <a:pt x="412" y="4579"/>
                    <a:pt x="0" y="113"/>
                  </a:cubicBezTo>
                  <a:cubicBezTo>
                    <a:pt x="116" y="-39"/>
                    <a:pt x="289" y="-22"/>
                    <a:pt x="347" y="71"/>
                  </a:cubicBezTo>
                  <a:cubicBezTo>
                    <a:pt x="854" y="773"/>
                    <a:pt x="1591" y="1204"/>
                    <a:pt x="2018" y="1991"/>
                  </a:cubicBezTo>
                  <a:cubicBezTo>
                    <a:pt x="3718" y="3378"/>
                    <a:pt x="5606" y="4283"/>
                    <a:pt x="7632" y="4748"/>
                  </a:cubicBezTo>
                  <a:cubicBezTo>
                    <a:pt x="11885" y="5704"/>
                    <a:pt x="16182" y="5805"/>
                    <a:pt x="20493" y="5560"/>
                  </a:cubicBezTo>
                  <a:cubicBezTo>
                    <a:pt x="21455" y="5501"/>
                    <a:pt x="21434" y="5509"/>
                    <a:pt x="21354" y="6651"/>
                  </a:cubicBezTo>
                  <a:cubicBezTo>
                    <a:pt x="21173" y="9154"/>
                    <a:pt x="21347" y="11649"/>
                    <a:pt x="21455" y="14161"/>
                  </a:cubicBezTo>
                  <a:cubicBezTo>
                    <a:pt x="21549" y="16309"/>
                    <a:pt x="21600" y="18457"/>
                    <a:pt x="21535" y="20597"/>
                  </a:cubicBezTo>
                  <a:cubicBezTo>
                    <a:pt x="21520" y="21172"/>
                    <a:pt x="21369" y="21350"/>
                    <a:pt x="20891" y="21375"/>
                  </a:cubicBezTo>
                  <a:cubicBezTo>
                    <a:pt x="17817" y="21561"/>
                    <a:pt x="14786" y="21180"/>
                    <a:pt x="11769" y="20656"/>
                  </a:cubicBezTo>
                  <a:cubicBezTo>
                    <a:pt x="9389" y="20242"/>
                    <a:pt x="7075" y="19599"/>
                    <a:pt x="4876" y="18449"/>
                  </a:cubicBezTo>
                  <a:cubicBezTo>
                    <a:pt x="4022" y="18009"/>
                    <a:pt x="3176" y="17510"/>
                    <a:pt x="2416" y="16842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3" name="形状">
              <a:extLst>
                <a:ext uri="{FF2B5EF4-FFF2-40B4-BE49-F238E27FC236}">
                  <a16:creationId xmlns:a16="http://schemas.microsoft.com/office/drawing/2014/main" id="{E86ADDC8-7873-8E1D-2C91-9CC9A8AAC359}"/>
                </a:ext>
              </a:extLst>
            </p:cNvPr>
            <p:cNvSpPr/>
            <p:nvPr/>
          </p:nvSpPr>
          <p:spPr>
            <a:xfrm>
              <a:off x="590069" y="5885606"/>
              <a:ext cx="1650248" cy="1821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6" h="21444" extrusionOk="0">
                  <a:moveTo>
                    <a:pt x="52" y="0"/>
                  </a:moveTo>
                  <a:cubicBezTo>
                    <a:pt x="231" y="70"/>
                    <a:pt x="248" y="232"/>
                    <a:pt x="299" y="348"/>
                  </a:cubicBezTo>
                  <a:cubicBezTo>
                    <a:pt x="821" y="1864"/>
                    <a:pt x="2103" y="2823"/>
                    <a:pt x="3522" y="3480"/>
                  </a:cubicBezTo>
                  <a:cubicBezTo>
                    <a:pt x="6120" y="4679"/>
                    <a:pt x="8839" y="5669"/>
                    <a:pt x="11711" y="6280"/>
                  </a:cubicBezTo>
                  <a:cubicBezTo>
                    <a:pt x="14600" y="6891"/>
                    <a:pt x="17532" y="7200"/>
                    <a:pt x="20506" y="7208"/>
                  </a:cubicBezTo>
                  <a:cubicBezTo>
                    <a:pt x="21122" y="7208"/>
                    <a:pt x="21275" y="7324"/>
                    <a:pt x="21216" y="7911"/>
                  </a:cubicBezTo>
                  <a:cubicBezTo>
                    <a:pt x="20976" y="10479"/>
                    <a:pt x="21199" y="13062"/>
                    <a:pt x="21361" y="15630"/>
                  </a:cubicBezTo>
                  <a:cubicBezTo>
                    <a:pt x="21464" y="17393"/>
                    <a:pt x="21549" y="19156"/>
                    <a:pt x="21455" y="20919"/>
                  </a:cubicBezTo>
                  <a:cubicBezTo>
                    <a:pt x="21429" y="21306"/>
                    <a:pt x="21293" y="21422"/>
                    <a:pt x="20865" y="21430"/>
                  </a:cubicBezTo>
                  <a:cubicBezTo>
                    <a:pt x="15301" y="21600"/>
                    <a:pt x="10138" y="20247"/>
                    <a:pt x="5189" y="18089"/>
                  </a:cubicBezTo>
                  <a:cubicBezTo>
                    <a:pt x="4026" y="17586"/>
                    <a:pt x="3009" y="16875"/>
                    <a:pt x="2163" y="15985"/>
                  </a:cubicBezTo>
                  <a:cubicBezTo>
                    <a:pt x="1590" y="15374"/>
                    <a:pt x="1231" y="14717"/>
                    <a:pt x="1163" y="13859"/>
                  </a:cubicBezTo>
                  <a:cubicBezTo>
                    <a:pt x="829" y="9474"/>
                    <a:pt x="428" y="5081"/>
                    <a:pt x="52" y="704"/>
                  </a:cubicBezTo>
                  <a:cubicBezTo>
                    <a:pt x="26" y="479"/>
                    <a:pt x="-51" y="240"/>
                    <a:pt x="52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4" name="形状">
              <a:extLst>
                <a:ext uri="{FF2B5EF4-FFF2-40B4-BE49-F238E27FC236}">
                  <a16:creationId xmlns:a16="http://schemas.microsoft.com/office/drawing/2014/main" id="{4AF1A7A1-EDDE-CE5F-7128-24F83901E0CA}"/>
                </a:ext>
              </a:extLst>
            </p:cNvPr>
            <p:cNvSpPr/>
            <p:nvPr/>
          </p:nvSpPr>
          <p:spPr>
            <a:xfrm>
              <a:off x="512760" y="4912836"/>
              <a:ext cx="1796880" cy="1214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6" h="21579" extrusionOk="0">
                  <a:moveTo>
                    <a:pt x="108" y="0"/>
                  </a:moveTo>
                  <a:cubicBezTo>
                    <a:pt x="1161" y="2298"/>
                    <a:pt x="2710" y="3382"/>
                    <a:pt x="4368" y="4222"/>
                  </a:cubicBezTo>
                  <a:cubicBezTo>
                    <a:pt x="9572" y="6858"/>
                    <a:pt x="14933" y="8001"/>
                    <a:pt x="20419" y="8048"/>
                  </a:cubicBezTo>
                  <a:cubicBezTo>
                    <a:pt x="21323" y="8059"/>
                    <a:pt x="21323" y="8059"/>
                    <a:pt x="21252" y="9365"/>
                  </a:cubicBezTo>
                  <a:cubicBezTo>
                    <a:pt x="21150" y="11418"/>
                    <a:pt x="21307" y="13459"/>
                    <a:pt x="21425" y="15500"/>
                  </a:cubicBezTo>
                  <a:cubicBezTo>
                    <a:pt x="21527" y="17203"/>
                    <a:pt x="21543" y="18917"/>
                    <a:pt x="21512" y="20644"/>
                  </a:cubicBezTo>
                  <a:cubicBezTo>
                    <a:pt x="21496" y="21402"/>
                    <a:pt x="21323" y="21600"/>
                    <a:pt x="20812" y="21577"/>
                  </a:cubicBezTo>
                  <a:cubicBezTo>
                    <a:pt x="17236" y="21425"/>
                    <a:pt x="13809" y="20095"/>
                    <a:pt x="10334" y="18976"/>
                  </a:cubicBezTo>
                  <a:cubicBezTo>
                    <a:pt x="7733" y="18148"/>
                    <a:pt x="5445" y="16445"/>
                    <a:pt x="3354" y="14066"/>
                  </a:cubicBezTo>
                  <a:cubicBezTo>
                    <a:pt x="2898" y="13552"/>
                    <a:pt x="2458" y="12981"/>
                    <a:pt x="2057" y="12375"/>
                  </a:cubicBezTo>
                  <a:cubicBezTo>
                    <a:pt x="1059" y="10858"/>
                    <a:pt x="367" y="9225"/>
                    <a:pt x="344" y="6905"/>
                  </a:cubicBezTo>
                  <a:cubicBezTo>
                    <a:pt x="328" y="4852"/>
                    <a:pt x="147" y="2764"/>
                    <a:pt x="22" y="688"/>
                  </a:cubicBezTo>
                  <a:cubicBezTo>
                    <a:pt x="14" y="502"/>
                    <a:pt x="-57" y="280"/>
                    <a:pt x="108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5" name="形状">
              <a:extLst>
                <a:ext uri="{FF2B5EF4-FFF2-40B4-BE49-F238E27FC236}">
                  <a16:creationId xmlns:a16="http://schemas.microsoft.com/office/drawing/2014/main" id="{454A8620-6F79-D746-92FF-86AF20CA6BBE}"/>
                </a:ext>
              </a:extLst>
            </p:cNvPr>
            <p:cNvSpPr/>
            <p:nvPr/>
          </p:nvSpPr>
          <p:spPr>
            <a:xfrm>
              <a:off x="723389" y="7886155"/>
              <a:ext cx="1608855" cy="1325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1" h="21554" extrusionOk="0">
                  <a:moveTo>
                    <a:pt x="139" y="0"/>
                  </a:moveTo>
                  <a:cubicBezTo>
                    <a:pt x="306" y="406"/>
                    <a:pt x="446" y="684"/>
                    <a:pt x="560" y="994"/>
                  </a:cubicBezTo>
                  <a:cubicBezTo>
                    <a:pt x="1542" y="3431"/>
                    <a:pt x="3077" y="5152"/>
                    <a:pt x="5103" y="6274"/>
                  </a:cubicBezTo>
                  <a:cubicBezTo>
                    <a:pt x="7672" y="7695"/>
                    <a:pt x="10391" y="8336"/>
                    <a:pt x="13180" y="8657"/>
                  </a:cubicBezTo>
                  <a:cubicBezTo>
                    <a:pt x="15469" y="8924"/>
                    <a:pt x="17775" y="8882"/>
                    <a:pt x="20073" y="8796"/>
                  </a:cubicBezTo>
                  <a:cubicBezTo>
                    <a:pt x="20625" y="8775"/>
                    <a:pt x="20862" y="8807"/>
                    <a:pt x="20792" y="9662"/>
                  </a:cubicBezTo>
                  <a:cubicBezTo>
                    <a:pt x="20651" y="11660"/>
                    <a:pt x="21020" y="13627"/>
                    <a:pt x="21230" y="15604"/>
                  </a:cubicBezTo>
                  <a:cubicBezTo>
                    <a:pt x="21406" y="17357"/>
                    <a:pt x="21546" y="19110"/>
                    <a:pt x="21450" y="20884"/>
                  </a:cubicBezTo>
                  <a:cubicBezTo>
                    <a:pt x="21414" y="21343"/>
                    <a:pt x="21344" y="21600"/>
                    <a:pt x="20879" y="21547"/>
                  </a:cubicBezTo>
                  <a:cubicBezTo>
                    <a:pt x="16837" y="21183"/>
                    <a:pt x="12811" y="20659"/>
                    <a:pt x="8909" y="19249"/>
                  </a:cubicBezTo>
                  <a:cubicBezTo>
                    <a:pt x="7155" y="18618"/>
                    <a:pt x="5489" y="17752"/>
                    <a:pt x="4015" y="16384"/>
                  </a:cubicBezTo>
                  <a:cubicBezTo>
                    <a:pt x="1297" y="13862"/>
                    <a:pt x="42" y="10506"/>
                    <a:pt x="148" y="6316"/>
                  </a:cubicBezTo>
                  <a:cubicBezTo>
                    <a:pt x="192" y="4532"/>
                    <a:pt x="60" y="2736"/>
                    <a:pt x="16" y="941"/>
                  </a:cubicBezTo>
                  <a:cubicBezTo>
                    <a:pt x="7" y="695"/>
                    <a:pt x="-54" y="417"/>
                    <a:pt x="139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6" name="形状">
              <a:extLst>
                <a:ext uri="{FF2B5EF4-FFF2-40B4-BE49-F238E27FC236}">
                  <a16:creationId xmlns:a16="http://schemas.microsoft.com/office/drawing/2014/main" id="{1B4708F2-6FF9-B941-5D80-F1BCB5E1C09E}"/>
                </a:ext>
              </a:extLst>
            </p:cNvPr>
            <p:cNvSpPr/>
            <p:nvPr/>
          </p:nvSpPr>
          <p:spPr>
            <a:xfrm>
              <a:off x="2319497" y="3424930"/>
              <a:ext cx="573716" cy="1269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6" h="21483" extrusionOk="0">
                  <a:moveTo>
                    <a:pt x="1592" y="16386"/>
                  </a:moveTo>
                  <a:cubicBezTo>
                    <a:pt x="1102" y="12860"/>
                    <a:pt x="611" y="9346"/>
                    <a:pt x="121" y="5820"/>
                  </a:cubicBezTo>
                  <a:cubicBezTo>
                    <a:pt x="-75" y="4363"/>
                    <a:pt x="-26" y="2894"/>
                    <a:pt x="219" y="1437"/>
                  </a:cubicBezTo>
                  <a:cubicBezTo>
                    <a:pt x="317" y="926"/>
                    <a:pt x="661" y="737"/>
                    <a:pt x="1813" y="714"/>
                  </a:cubicBezTo>
                  <a:cubicBezTo>
                    <a:pt x="7329" y="592"/>
                    <a:pt x="12846" y="359"/>
                    <a:pt x="18338" y="14"/>
                  </a:cubicBezTo>
                  <a:cubicBezTo>
                    <a:pt x="19416" y="-53"/>
                    <a:pt x="19662" y="114"/>
                    <a:pt x="19539" y="581"/>
                  </a:cubicBezTo>
                  <a:cubicBezTo>
                    <a:pt x="18289" y="5264"/>
                    <a:pt x="19711" y="9891"/>
                    <a:pt x="20520" y="14551"/>
                  </a:cubicBezTo>
                  <a:cubicBezTo>
                    <a:pt x="20814" y="16264"/>
                    <a:pt x="21059" y="17977"/>
                    <a:pt x="21402" y="19701"/>
                  </a:cubicBezTo>
                  <a:cubicBezTo>
                    <a:pt x="21525" y="20246"/>
                    <a:pt x="21206" y="20457"/>
                    <a:pt x="19931" y="20535"/>
                  </a:cubicBezTo>
                  <a:cubicBezTo>
                    <a:pt x="14268" y="20902"/>
                    <a:pt x="8604" y="21202"/>
                    <a:pt x="2892" y="21469"/>
                  </a:cubicBezTo>
                  <a:cubicBezTo>
                    <a:pt x="1470" y="21547"/>
                    <a:pt x="1323" y="21291"/>
                    <a:pt x="1347" y="20746"/>
                  </a:cubicBezTo>
                  <a:cubicBezTo>
                    <a:pt x="1445" y="19300"/>
                    <a:pt x="1372" y="17832"/>
                    <a:pt x="1372" y="16375"/>
                  </a:cubicBezTo>
                  <a:cubicBezTo>
                    <a:pt x="1494" y="16386"/>
                    <a:pt x="1543" y="16386"/>
                    <a:pt x="1592" y="16386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7" name="形状">
              <a:extLst>
                <a:ext uri="{FF2B5EF4-FFF2-40B4-BE49-F238E27FC236}">
                  <a16:creationId xmlns:a16="http://schemas.microsoft.com/office/drawing/2014/main" id="{9C1FD198-1B6F-81C9-7B14-BEAF11A3166D}"/>
                </a:ext>
              </a:extLst>
            </p:cNvPr>
            <p:cNvSpPr/>
            <p:nvPr/>
          </p:nvSpPr>
          <p:spPr>
            <a:xfrm>
              <a:off x="2234765" y="6477243"/>
              <a:ext cx="574519" cy="1225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570" extrusionOk="0">
                  <a:moveTo>
                    <a:pt x="1520" y="15896"/>
                  </a:moveTo>
                  <a:cubicBezTo>
                    <a:pt x="1129" y="13215"/>
                    <a:pt x="688" y="9898"/>
                    <a:pt x="198" y="6558"/>
                  </a:cubicBezTo>
                  <a:cubicBezTo>
                    <a:pt x="-47" y="4778"/>
                    <a:pt x="-47" y="2975"/>
                    <a:pt x="100" y="1195"/>
                  </a:cubicBezTo>
                  <a:cubicBezTo>
                    <a:pt x="124" y="618"/>
                    <a:pt x="467" y="340"/>
                    <a:pt x="1863" y="329"/>
                  </a:cubicBezTo>
                  <a:cubicBezTo>
                    <a:pt x="7373" y="248"/>
                    <a:pt x="12884" y="121"/>
                    <a:pt x="18418" y="5"/>
                  </a:cubicBezTo>
                  <a:cubicBezTo>
                    <a:pt x="19349" y="-18"/>
                    <a:pt x="19888" y="17"/>
                    <a:pt x="19692" y="583"/>
                  </a:cubicBezTo>
                  <a:cubicBezTo>
                    <a:pt x="18271" y="4940"/>
                    <a:pt x="19520" y="9285"/>
                    <a:pt x="20255" y="13631"/>
                  </a:cubicBezTo>
                  <a:cubicBezTo>
                    <a:pt x="20671" y="15931"/>
                    <a:pt x="21014" y="18219"/>
                    <a:pt x="21431" y="20519"/>
                  </a:cubicBezTo>
                  <a:cubicBezTo>
                    <a:pt x="21553" y="21062"/>
                    <a:pt x="21235" y="21305"/>
                    <a:pt x="20035" y="21328"/>
                  </a:cubicBezTo>
                  <a:cubicBezTo>
                    <a:pt x="14206" y="21409"/>
                    <a:pt x="8377" y="21478"/>
                    <a:pt x="2524" y="21570"/>
                  </a:cubicBezTo>
                  <a:cubicBezTo>
                    <a:pt x="1422" y="21582"/>
                    <a:pt x="1496" y="21293"/>
                    <a:pt x="1496" y="20923"/>
                  </a:cubicBezTo>
                  <a:cubicBezTo>
                    <a:pt x="1545" y="19456"/>
                    <a:pt x="1520" y="18011"/>
                    <a:pt x="1520" y="15896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8" name="形状">
              <a:extLst>
                <a:ext uri="{FF2B5EF4-FFF2-40B4-BE49-F238E27FC236}">
                  <a16:creationId xmlns:a16="http://schemas.microsoft.com/office/drawing/2014/main" id="{E5CBD480-FB3B-97F6-DB33-43266F597D5C}"/>
                </a:ext>
              </a:extLst>
            </p:cNvPr>
            <p:cNvSpPr/>
            <p:nvPr/>
          </p:nvSpPr>
          <p:spPr>
            <a:xfrm>
              <a:off x="2296501" y="8394873"/>
              <a:ext cx="590333" cy="818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4" h="21517" extrusionOk="0">
                  <a:moveTo>
                    <a:pt x="10091" y="21512"/>
                  </a:moveTo>
                  <a:cubicBezTo>
                    <a:pt x="7905" y="21512"/>
                    <a:pt x="5719" y="21512"/>
                    <a:pt x="3533" y="21512"/>
                  </a:cubicBezTo>
                  <a:cubicBezTo>
                    <a:pt x="2820" y="21512"/>
                    <a:pt x="2369" y="21408"/>
                    <a:pt x="2440" y="20753"/>
                  </a:cubicBezTo>
                  <a:cubicBezTo>
                    <a:pt x="3081" y="15771"/>
                    <a:pt x="1466" y="10961"/>
                    <a:pt x="539" y="6083"/>
                  </a:cubicBezTo>
                  <a:cubicBezTo>
                    <a:pt x="277" y="4721"/>
                    <a:pt x="182" y="3308"/>
                    <a:pt x="16" y="1911"/>
                  </a:cubicBezTo>
                  <a:cubicBezTo>
                    <a:pt x="-79" y="1170"/>
                    <a:pt x="230" y="756"/>
                    <a:pt x="1442" y="722"/>
                  </a:cubicBezTo>
                  <a:cubicBezTo>
                    <a:pt x="6717" y="532"/>
                    <a:pt x="12016" y="256"/>
                    <a:pt x="17291" y="15"/>
                  </a:cubicBezTo>
                  <a:cubicBezTo>
                    <a:pt x="17957" y="-20"/>
                    <a:pt x="18479" y="-54"/>
                    <a:pt x="18432" y="670"/>
                  </a:cubicBezTo>
                  <a:cubicBezTo>
                    <a:pt x="18123" y="5738"/>
                    <a:pt x="19953" y="10634"/>
                    <a:pt x="20713" y="15616"/>
                  </a:cubicBezTo>
                  <a:cubicBezTo>
                    <a:pt x="20951" y="17098"/>
                    <a:pt x="21117" y="18564"/>
                    <a:pt x="21378" y="20063"/>
                  </a:cubicBezTo>
                  <a:cubicBezTo>
                    <a:pt x="21521" y="20908"/>
                    <a:pt x="21070" y="21150"/>
                    <a:pt x="19953" y="21236"/>
                  </a:cubicBezTo>
                  <a:cubicBezTo>
                    <a:pt x="16673" y="21391"/>
                    <a:pt x="13394" y="21546"/>
                    <a:pt x="10091" y="21512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099" name="形状">
              <a:extLst>
                <a:ext uri="{FF2B5EF4-FFF2-40B4-BE49-F238E27FC236}">
                  <a16:creationId xmlns:a16="http://schemas.microsoft.com/office/drawing/2014/main" id="{AA22E268-2EAD-2562-21DD-80BE765AD47B}"/>
                </a:ext>
              </a:extLst>
            </p:cNvPr>
            <p:cNvSpPr/>
            <p:nvPr/>
          </p:nvSpPr>
          <p:spPr>
            <a:xfrm>
              <a:off x="2852301" y="3370894"/>
              <a:ext cx="384575" cy="1251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8" h="21478" extrusionOk="0">
                  <a:moveTo>
                    <a:pt x="20939" y="14519"/>
                  </a:moveTo>
                  <a:cubicBezTo>
                    <a:pt x="20939" y="16300"/>
                    <a:pt x="20868" y="18070"/>
                    <a:pt x="20975" y="19851"/>
                  </a:cubicBezTo>
                  <a:cubicBezTo>
                    <a:pt x="21011" y="20381"/>
                    <a:pt x="20618" y="20652"/>
                    <a:pt x="18830" y="20731"/>
                  </a:cubicBezTo>
                  <a:cubicBezTo>
                    <a:pt x="14645" y="20934"/>
                    <a:pt x="10497" y="21193"/>
                    <a:pt x="6349" y="21452"/>
                  </a:cubicBezTo>
                  <a:cubicBezTo>
                    <a:pt x="4954" y="21531"/>
                    <a:pt x="4275" y="21452"/>
                    <a:pt x="4203" y="20956"/>
                  </a:cubicBezTo>
                  <a:cubicBezTo>
                    <a:pt x="3559" y="15184"/>
                    <a:pt x="770" y="9468"/>
                    <a:pt x="305" y="3696"/>
                  </a:cubicBezTo>
                  <a:cubicBezTo>
                    <a:pt x="234" y="2806"/>
                    <a:pt x="-589" y="1757"/>
                    <a:pt x="806" y="1081"/>
                  </a:cubicBezTo>
                  <a:cubicBezTo>
                    <a:pt x="2308" y="359"/>
                    <a:pt x="5955" y="675"/>
                    <a:pt x="8637" y="450"/>
                  </a:cubicBezTo>
                  <a:cubicBezTo>
                    <a:pt x="10712" y="280"/>
                    <a:pt x="12893" y="224"/>
                    <a:pt x="14967" y="55"/>
                  </a:cubicBezTo>
                  <a:cubicBezTo>
                    <a:pt x="16648" y="-69"/>
                    <a:pt x="17435" y="-24"/>
                    <a:pt x="17614" y="641"/>
                  </a:cubicBezTo>
                  <a:cubicBezTo>
                    <a:pt x="18830" y="5252"/>
                    <a:pt x="19974" y="9874"/>
                    <a:pt x="20939" y="1451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0" name="形状">
              <a:extLst>
                <a:ext uri="{FF2B5EF4-FFF2-40B4-BE49-F238E27FC236}">
                  <a16:creationId xmlns:a16="http://schemas.microsoft.com/office/drawing/2014/main" id="{671DE3BE-37DA-E1F7-6992-DA7A70B2ACA6}"/>
                </a:ext>
              </a:extLst>
            </p:cNvPr>
            <p:cNvSpPr/>
            <p:nvPr/>
          </p:nvSpPr>
          <p:spPr>
            <a:xfrm>
              <a:off x="2893403" y="4314294"/>
              <a:ext cx="1140673" cy="9713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329" extrusionOk="0">
                  <a:moveTo>
                    <a:pt x="15581" y="9295"/>
                  </a:moveTo>
                  <a:cubicBezTo>
                    <a:pt x="16627" y="8069"/>
                    <a:pt x="17378" y="6568"/>
                    <a:pt x="18313" y="5212"/>
                  </a:cubicBezTo>
                  <a:cubicBezTo>
                    <a:pt x="19002" y="4202"/>
                    <a:pt x="19679" y="3206"/>
                    <a:pt x="20467" y="2297"/>
                  </a:cubicBezTo>
                  <a:cubicBezTo>
                    <a:pt x="20787" y="1908"/>
                    <a:pt x="21082" y="1792"/>
                    <a:pt x="21181" y="2442"/>
                  </a:cubicBezTo>
                  <a:cubicBezTo>
                    <a:pt x="21439" y="4043"/>
                    <a:pt x="21550" y="5674"/>
                    <a:pt x="21008" y="7218"/>
                  </a:cubicBezTo>
                  <a:cubicBezTo>
                    <a:pt x="20479" y="8660"/>
                    <a:pt x="19876" y="10089"/>
                    <a:pt x="19248" y="11489"/>
                  </a:cubicBezTo>
                  <a:cubicBezTo>
                    <a:pt x="18485" y="13206"/>
                    <a:pt x="17390" y="14605"/>
                    <a:pt x="15888" y="15442"/>
                  </a:cubicBezTo>
                  <a:cubicBezTo>
                    <a:pt x="11002" y="18169"/>
                    <a:pt x="5993" y="20434"/>
                    <a:pt x="578" y="21286"/>
                  </a:cubicBezTo>
                  <a:cubicBezTo>
                    <a:pt x="393" y="21329"/>
                    <a:pt x="208" y="21300"/>
                    <a:pt x="12" y="21329"/>
                  </a:cubicBezTo>
                  <a:cubicBezTo>
                    <a:pt x="-50" y="20997"/>
                    <a:pt x="147" y="20896"/>
                    <a:pt x="295" y="20766"/>
                  </a:cubicBezTo>
                  <a:cubicBezTo>
                    <a:pt x="2153" y="19266"/>
                    <a:pt x="3679" y="17347"/>
                    <a:pt x="5070" y="15327"/>
                  </a:cubicBezTo>
                  <a:cubicBezTo>
                    <a:pt x="6830" y="12758"/>
                    <a:pt x="8799" y="10406"/>
                    <a:pt x="10633" y="7925"/>
                  </a:cubicBezTo>
                  <a:cubicBezTo>
                    <a:pt x="11852" y="6309"/>
                    <a:pt x="13550" y="5356"/>
                    <a:pt x="15335" y="4750"/>
                  </a:cubicBezTo>
                  <a:cubicBezTo>
                    <a:pt x="15790" y="4606"/>
                    <a:pt x="15741" y="4101"/>
                    <a:pt x="16012" y="3885"/>
                  </a:cubicBezTo>
                  <a:cubicBezTo>
                    <a:pt x="17218" y="2817"/>
                    <a:pt x="18362" y="1634"/>
                    <a:pt x="19322" y="234"/>
                  </a:cubicBezTo>
                  <a:cubicBezTo>
                    <a:pt x="19667" y="-271"/>
                    <a:pt x="19888" y="162"/>
                    <a:pt x="20085" y="407"/>
                  </a:cubicBezTo>
                  <a:cubicBezTo>
                    <a:pt x="20332" y="710"/>
                    <a:pt x="20775" y="999"/>
                    <a:pt x="20307" y="1518"/>
                  </a:cubicBezTo>
                  <a:cubicBezTo>
                    <a:pt x="18424" y="3610"/>
                    <a:pt x="17082" y="6251"/>
                    <a:pt x="15507" y="8617"/>
                  </a:cubicBezTo>
                  <a:cubicBezTo>
                    <a:pt x="15433" y="8733"/>
                    <a:pt x="15408" y="8891"/>
                    <a:pt x="15359" y="9007"/>
                  </a:cubicBezTo>
                  <a:cubicBezTo>
                    <a:pt x="15273" y="9367"/>
                    <a:pt x="15125" y="9685"/>
                    <a:pt x="14965" y="9988"/>
                  </a:cubicBezTo>
                  <a:cubicBezTo>
                    <a:pt x="15150" y="9743"/>
                    <a:pt x="15359" y="9512"/>
                    <a:pt x="15581" y="9295"/>
                  </a:cubicBezTo>
                  <a:close/>
                  <a:moveTo>
                    <a:pt x="13390" y="12253"/>
                  </a:moveTo>
                  <a:cubicBezTo>
                    <a:pt x="13648" y="11921"/>
                    <a:pt x="13882" y="11561"/>
                    <a:pt x="14116" y="11200"/>
                  </a:cubicBezTo>
                  <a:cubicBezTo>
                    <a:pt x="13858" y="11546"/>
                    <a:pt x="13599" y="11878"/>
                    <a:pt x="13390" y="12253"/>
                  </a:cubicBezTo>
                  <a:close/>
                  <a:moveTo>
                    <a:pt x="13353" y="12311"/>
                  </a:moveTo>
                  <a:cubicBezTo>
                    <a:pt x="13365" y="12311"/>
                    <a:pt x="13365" y="12297"/>
                    <a:pt x="13365" y="12282"/>
                  </a:cubicBezTo>
                  <a:cubicBezTo>
                    <a:pt x="13365" y="12297"/>
                    <a:pt x="13365" y="12297"/>
                    <a:pt x="13353" y="12311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1" name="形状">
              <a:extLst>
                <a:ext uri="{FF2B5EF4-FFF2-40B4-BE49-F238E27FC236}">
                  <a16:creationId xmlns:a16="http://schemas.microsoft.com/office/drawing/2014/main" id="{A0BDC9D3-6110-019E-536F-2773D7214972}"/>
                </a:ext>
              </a:extLst>
            </p:cNvPr>
            <p:cNvSpPr/>
            <p:nvPr/>
          </p:nvSpPr>
          <p:spPr>
            <a:xfrm>
              <a:off x="2309685" y="5363013"/>
              <a:ext cx="571615" cy="761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5" h="21379" extrusionOk="0">
                  <a:moveTo>
                    <a:pt x="10840" y="7"/>
                  </a:moveTo>
                  <a:cubicBezTo>
                    <a:pt x="13743" y="7"/>
                    <a:pt x="16646" y="7"/>
                    <a:pt x="19549" y="7"/>
                  </a:cubicBezTo>
                  <a:cubicBezTo>
                    <a:pt x="20213" y="7"/>
                    <a:pt x="20951" y="-122"/>
                    <a:pt x="20656" y="707"/>
                  </a:cubicBezTo>
                  <a:cubicBezTo>
                    <a:pt x="19180" y="4776"/>
                    <a:pt x="20016" y="8864"/>
                    <a:pt x="20557" y="12952"/>
                  </a:cubicBezTo>
                  <a:cubicBezTo>
                    <a:pt x="20828" y="14923"/>
                    <a:pt x="21074" y="16911"/>
                    <a:pt x="21418" y="18863"/>
                  </a:cubicBezTo>
                  <a:cubicBezTo>
                    <a:pt x="21566" y="19765"/>
                    <a:pt x="21295" y="20171"/>
                    <a:pt x="20016" y="20263"/>
                  </a:cubicBezTo>
                  <a:cubicBezTo>
                    <a:pt x="14309" y="20705"/>
                    <a:pt x="8576" y="21165"/>
                    <a:pt x="2844" y="21368"/>
                  </a:cubicBezTo>
                  <a:cubicBezTo>
                    <a:pt x="2033" y="21386"/>
                    <a:pt x="1294" y="21478"/>
                    <a:pt x="1393" y="20520"/>
                  </a:cubicBezTo>
                  <a:cubicBezTo>
                    <a:pt x="2008" y="15328"/>
                    <a:pt x="630" y="10208"/>
                    <a:pt x="114" y="5089"/>
                  </a:cubicBezTo>
                  <a:cubicBezTo>
                    <a:pt x="-34" y="3763"/>
                    <a:pt x="-34" y="2474"/>
                    <a:pt x="89" y="1167"/>
                  </a:cubicBezTo>
                  <a:cubicBezTo>
                    <a:pt x="138" y="302"/>
                    <a:pt x="606" y="44"/>
                    <a:pt x="1762" y="62"/>
                  </a:cubicBezTo>
                  <a:cubicBezTo>
                    <a:pt x="4812" y="136"/>
                    <a:pt x="7838" y="81"/>
                    <a:pt x="10864" y="81"/>
                  </a:cubicBezTo>
                  <a:cubicBezTo>
                    <a:pt x="10840" y="62"/>
                    <a:pt x="10840" y="25"/>
                    <a:pt x="10840" y="7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2" name="形状">
              <a:extLst>
                <a:ext uri="{FF2B5EF4-FFF2-40B4-BE49-F238E27FC236}">
                  <a16:creationId xmlns:a16="http://schemas.microsoft.com/office/drawing/2014/main" id="{FB09A31F-753B-79BE-9A93-B838F2F2EE97}"/>
                </a:ext>
              </a:extLst>
            </p:cNvPr>
            <p:cNvSpPr/>
            <p:nvPr/>
          </p:nvSpPr>
          <p:spPr>
            <a:xfrm>
              <a:off x="2769700" y="6454247"/>
              <a:ext cx="388428" cy="1225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2" h="21431" extrusionOk="0">
                  <a:moveTo>
                    <a:pt x="21459" y="15989"/>
                  </a:moveTo>
                  <a:cubicBezTo>
                    <a:pt x="21459" y="17264"/>
                    <a:pt x="21386" y="18527"/>
                    <a:pt x="21495" y="19790"/>
                  </a:cubicBezTo>
                  <a:cubicBezTo>
                    <a:pt x="21568" y="20364"/>
                    <a:pt x="21094" y="20674"/>
                    <a:pt x="19128" y="20766"/>
                  </a:cubicBezTo>
                  <a:cubicBezTo>
                    <a:pt x="14866" y="20950"/>
                    <a:pt x="10677" y="21179"/>
                    <a:pt x="6379" y="21409"/>
                  </a:cubicBezTo>
                  <a:cubicBezTo>
                    <a:pt x="4958" y="21478"/>
                    <a:pt x="4303" y="21398"/>
                    <a:pt x="4193" y="20892"/>
                  </a:cubicBezTo>
                  <a:cubicBezTo>
                    <a:pt x="3501" y="14772"/>
                    <a:pt x="114" y="8720"/>
                    <a:pt x="4" y="2588"/>
                  </a:cubicBezTo>
                  <a:cubicBezTo>
                    <a:pt x="-32" y="452"/>
                    <a:pt x="4" y="452"/>
                    <a:pt x="6561" y="280"/>
                  </a:cubicBezTo>
                  <a:cubicBezTo>
                    <a:pt x="9038" y="222"/>
                    <a:pt x="11515" y="211"/>
                    <a:pt x="13955" y="39"/>
                  </a:cubicBezTo>
                  <a:cubicBezTo>
                    <a:pt x="16359" y="-122"/>
                    <a:pt x="16869" y="222"/>
                    <a:pt x="17124" y="854"/>
                  </a:cubicBezTo>
                  <a:cubicBezTo>
                    <a:pt x="18654" y="4804"/>
                    <a:pt x="19820" y="8766"/>
                    <a:pt x="20585" y="12739"/>
                  </a:cubicBezTo>
                  <a:cubicBezTo>
                    <a:pt x="20767" y="13819"/>
                    <a:pt x="20949" y="14910"/>
                    <a:pt x="21131" y="15989"/>
                  </a:cubicBezTo>
                  <a:cubicBezTo>
                    <a:pt x="21313" y="15989"/>
                    <a:pt x="21386" y="15989"/>
                    <a:pt x="21459" y="1598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3" name="形状">
              <a:extLst>
                <a:ext uri="{FF2B5EF4-FFF2-40B4-BE49-F238E27FC236}">
                  <a16:creationId xmlns:a16="http://schemas.microsoft.com/office/drawing/2014/main" id="{EED019E3-8014-4A2B-E352-9898A6C5D80B}"/>
                </a:ext>
              </a:extLst>
            </p:cNvPr>
            <p:cNvSpPr/>
            <p:nvPr/>
          </p:nvSpPr>
          <p:spPr>
            <a:xfrm>
              <a:off x="1277667" y="4774025"/>
              <a:ext cx="1264984" cy="510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9" h="21285" extrusionOk="0">
                  <a:moveTo>
                    <a:pt x="2043" y="14425"/>
                  </a:moveTo>
                  <a:cubicBezTo>
                    <a:pt x="4144" y="10209"/>
                    <a:pt x="6558" y="6978"/>
                    <a:pt x="8614" y="2598"/>
                  </a:cubicBezTo>
                  <a:cubicBezTo>
                    <a:pt x="9463" y="764"/>
                    <a:pt x="10379" y="-249"/>
                    <a:pt x="11564" y="52"/>
                  </a:cubicBezTo>
                  <a:cubicBezTo>
                    <a:pt x="12592" y="299"/>
                    <a:pt x="13642" y="107"/>
                    <a:pt x="14715" y="326"/>
                  </a:cubicBezTo>
                  <a:cubicBezTo>
                    <a:pt x="12983" y="3556"/>
                    <a:pt x="11229" y="6595"/>
                    <a:pt x="9754" y="10483"/>
                  </a:cubicBezTo>
                  <a:cubicBezTo>
                    <a:pt x="9664" y="10975"/>
                    <a:pt x="9530" y="11441"/>
                    <a:pt x="9396" y="11851"/>
                  </a:cubicBezTo>
                  <a:cubicBezTo>
                    <a:pt x="9564" y="11495"/>
                    <a:pt x="9754" y="11194"/>
                    <a:pt x="9977" y="10975"/>
                  </a:cubicBezTo>
                  <a:cubicBezTo>
                    <a:pt x="11687" y="7854"/>
                    <a:pt x="13318" y="4460"/>
                    <a:pt x="15084" y="1503"/>
                  </a:cubicBezTo>
                  <a:cubicBezTo>
                    <a:pt x="15665" y="545"/>
                    <a:pt x="16246" y="25"/>
                    <a:pt x="16972" y="80"/>
                  </a:cubicBezTo>
                  <a:cubicBezTo>
                    <a:pt x="18403" y="216"/>
                    <a:pt x="19833" y="107"/>
                    <a:pt x="21509" y="107"/>
                  </a:cubicBezTo>
                  <a:cubicBezTo>
                    <a:pt x="19900" y="2653"/>
                    <a:pt x="18782" y="5829"/>
                    <a:pt x="17453" y="8484"/>
                  </a:cubicBezTo>
                  <a:cubicBezTo>
                    <a:pt x="15598" y="12180"/>
                    <a:pt x="14134" y="16943"/>
                    <a:pt x="12145" y="20365"/>
                  </a:cubicBezTo>
                  <a:cubicBezTo>
                    <a:pt x="11709" y="21105"/>
                    <a:pt x="11352" y="21351"/>
                    <a:pt x="10860" y="21269"/>
                  </a:cubicBezTo>
                  <a:cubicBezTo>
                    <a:pt x="7262" y="20639"/>
                    <a:pt x="3675" y="20201"/>
                    <a:pt x="121" y="18668"/>
                  </a:cubicBezTo>
                  <a:cubicBezTo>
                    <a:pt x="-91" y="18038"/>
                    <a:pt x="-2" y="17436"/>
                    <a:pt x="211" y="17026"/>
                  </a:cubicBezTo>
                  <a:cubicBezTo>
                    <a:pt x="781" y="15985"/>
                    <a:pt x="1272" y="14644"/>
                    <a:pt x="2043" y="14425"/>
                  </a:cubicBezTo>
                  <a:close/>
                  <a:moveTo>
                    <a:pt x="8089" y="15054"/>
                  </a:moveTo>
                  <a:cubicBezTo>
                    <a:pt x="8044" y="15164"/>
                    <a:pt x="7999" y="15273"/>
                    <a:pt x="7966" y="15356"/>
                  </a:cubicBezTo>
                  <a:cubicBezTo>
                    <a:pt x="8010" y="15246"/>
                    <a:pt x="8055" y="15137"/>
                    <a:pt x="8100" y="15027"/>
                  </a:cubicBezTo>
                  <a:cubicBezTo>
                    <a:pt x="8312" y="14589"/>
                    <a:pt x="8502" y="14096"/>
                    <a:pt x="8681" y="13603"/>
                  </a:cubicBezTo>
                  <a:cubicBezTo>
                    <a:pt x="8480" y="14069"/>
                    <a:pt x="8267" y="14534"/>
                    <a:pt x="8089" y="15054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4" name="形状">
              <a:extLst>
                <a:ext uri="{FF2B5EF4-FFF2-40B4-BE49-F238E27FC236}">
                  <a16:creationId xmlns:a16="http://schemas.microsoft.com/office/drawing/2014/main" id="{15F95ACE-C917-B617-11DF-D2A01D6BD3E0}"/>
                </a:ext>
              </a:extLst>
            </p:cNvPr>
            <p:cNvSpPr/>
            <p:nvPr/>
          </p:nvSpPr>
          <p:spPr>
            <a:xfrm>
              <a:off x="1906373" y="7740991"/>
              <a:ext cx="1215308" cy="625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21" extrusionOk="0">
                  <a:moveTo>
                    <a:pt x="5065" y="21221"/>
                  </a:moveTo>
                  <a:lnTo>
                    <a:pt x="0" y="21221"/>
                  </a:lnTo>
                  <a:cubicBezTo>
                    <a:pt x="12" y="20685"/>
                    <a:pt x="268" y="20529"/>
                    <a:pt x="432" y="20284"/>
                  </a:cubicBezTo>
                  <a:cubicBezTo>
                    <a:pt x="2602" y="17093"/>
                    <a:pt x="4679" y="13746"/>
                    <a:pt x="6593" y="9997"/>
                  </a:cubicBezTo>
                  <a:cubicBezTo>
                    <a:pt x="8180" y="6895"/>
                    <a:pt x="10024" y="4552"/>
                    <a:pt x="11833" y="2053"/>
                  </a:cubicBezTo>
                  <a:cubicBezTo>
                    <a:pt x="11938" y="1875"/>
                    <a:pt x="12101" y="1674"/>
                    <a:pt x="12229" y="1652"/>
                  </a:cubicBezTo>
                  <a:cubicBezTo>
                    <a:pt x="13676" y="1495"/>
                    <a:pt x="15135" y="1339"/>
                    <a:pt x="16594" y="1161"/>
                  </a:cubicBezTo>
                  <a:cubicBezTo>
                    <a:pt x="16629" y="1964"/>
                    <a:pt x="16244" y="2209"/>
                    <a:pt x="16197" y="3214"/>
                  </a:cubicBezTo>
                  <a:cubicBezTo>
                    <a:pt x="17691" y="-379"/>
                    <a:pt x="19791" y="915"/>
                    <a:pt x="21600" y="0"/>
                  </a:cubicBezTo>
                  <a:cubicBezTo>
                    <a:pt x="19628" y="3638"/>
                    <a:pt x="17644" y="7297"/>
                    <a:pt x="15672" y="10934"/>
                  </a:cubicBezTo>
                  <a:cubicBezTo>
                    <a:pt x="14155" y="13746"/>
                    <a:pt x="12603" y="16490"/>
                    <a:pt x="11109" y="19347"/>
                  </a:cubicBezTo>
                  <a:cubicBezTo>
                    <a:pt x="10712" y="20105"/>
                    <a:pt x="10281" y="20418"/>
                    <a:pt x="9732" y="20485"/>
                  </a:cubicBezTo>
                  <a:cubicBezTo>
                    <a:pt x="8332" y="20663"/>
                    <a:pt x="6932" y="20909"/>
                    <a:pt x="5520" y="21154"/>
                  </a:cubicBezTo>
                  <a:cubicBezTo>
                    <a:pt x="5450" y="20864"/>
                    <a:pt x="5450" y="20663"/>
                    <a:pt x="5508" y="20507"/>
                  </a:cubicBezTo>
                  <a:cubicBezTo>
                    <a:pt x="5356" y="20752"/>
                    <a:pt x="5216" y="20998"/>
                    <a:pt x="5065" y="21221"/>
                  </a:cubicBezTo>
                  <a:close/>
                  <a:moveTo>
                    <a:pt x="5870" y="19904"/>
                  </a:moveTo>
                  <a:cubicBezTo>
                    <a:pt x="5975" y="19704"/>
                    <a:pt x="6080" y="19503"/>
                    <a:pt x="6185" y="19302"/>
                  </a:cubicBezTo>
                  <a:cubicBezTo>
                    <a:pt x="6033" y="19570"/>
                    <a:pt x="5881" y="19860"/>
                    <a:pt x="5730" y="20128"/>
                  </a:cubicBezTo>
                  <a:cubicBezTo>
                    <a:pt x="5776" y="20061"/>
                    <a:pt x="5835" y="19994"/>
                    <a:pt x="5870" y="19904"/>
                  </a:cubicBezTo>
                  <a:close/>
                  <a:moveTo>
                    <a:pt x="6523" y="18655"/>
                  </a:moveTo>
                  <a:cubicBezTo>
                    <a:pt x="6406" y="18878"/>
                    <a:pt x="6301" y="19079"/>
                    <a:pt x="6185" y="19302"/>
                  </a:cubicBezTo>
                  <a:cubicBezTo>
                    <a:pt x="6301" y="19079"/>
                    <a:pt x="6406" y="18878"/>
                    <a:pt x="6523" y="18655"/>
                  </a:cubicBezTo>
                  <a:close/>
                  <a:moveTo>
                    <a:pt x="8577" y="15107"/>
                  </a:moveTo>
                  <a:cubicBezTo>
                    <a:pt x="8425" y="15352"/>
                    <a:pt x="8262" y="15598"/>
                    <a:pt x="8099" y="15866"/>
                  </a:cubicBezTo>
                  <a:cubicBezTo>
                    <a:pt x="7538" y="16758"/>
                    <a:pt x="7037" y="17718"/>
                    <a:pt x="6523" y="18655"/>
                  </a:cubicBezTo>
                  <a:cubicBezTo>
                    <a:pt x="7188" y="17450"/>
                    <a:pt x="7877" y="16267"/>
                    <a:pt x="8577" y="15107"/>
                  </a:cubicBezTo>
                  <a:close/>
                  <a:moveTo>
                    <a:pt x="11098" y="11046"/>
                  </a:moveTo>
                  <a:cubicBezTo>
                    <a:pt x="11424" y="10533"/>
                    <a:pt x="11728" y="9997"/>
                    <a:pt x="12019" y="9439"/>
                  </a:cubicBezTo>
                  <a:cubicBezTo>
                    <a:pt x="11483" y="10354"/>
                    <a:pt x="10934" y="11291"/>
                    <a:pt x="10362" y="12228"/>
                  </a:cubicBezTo>
                  <a:cubicBezTo>
                    <a:pt x="10607" y="11827"/>
                    <a:pt x="10853" y="11447"/>
                    <a:pt x="11098" y="11046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5" name="形状">
              <a:extLst>
                <a:ext uri="{FF2B5EF4-FFF2-40B4-BE49-F238E27FC236}">
                  <a16:creationId xmlns:a16="http://schemas.microsoft.com/office/drawing/2014/main" id="{14A68DDC-A22A-B12C-86EC-C2EB32A93ACC}"/>
                </a:ext>
              </a:extLst>
            </p:cNvPr>
            <p:cNvSpPr/>
            <p:nvPr/>
          </p:nvSpPr>
          <p:spPr>
            <a:xfrm>
              <a:off x="2776143" y="2588743"/>
              <a:ext cx="1139159" cy="7678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3" h="21395" extrusionOk="0">
                  <a:moveTo>
                    <a:pt x="10342" y="18064"/>
                  </a:moveTo>
                  <a:cubicBezTo>
                    <a:pt x="9605" y="18832"/>
                    <a:pt x="8719" y="18923"/>
                    <a:pt x="7883" y="19234"/>
                  </a:cubicBezTo>
                  <a:cubicBezTo>
                    <a:pt x="5511" y="20129"/>
                    <a:pt x="3089" y="20641"/>
                    <a:pt x="679" y="21262"/>
                  </a:cubicBezTo>
                  <a:cubicBezTo>
                    <a:pt x="470" y="21409"/>
                    <a:pt x="212" y="21500"/>
                    <a:pt x="77" y="21171"/>
                  </a:cubicBezTo>
                  <a:cubicBezTo>
                    <a:pt x="-132" y="20714"/>
                    <a:pt x="126" y="20276"/>
                    <a:pt x="335" y="20056"/>
                  </a:cubicBezTo>
                  <a:cubicBezTo>
                    <a:pt x="1392" y="18942"/>
                    <a:pt x="2056" y="17206"/>
                    <a:pt x="3077" y="16036"/>
                  </a:cubicBezTo>
                  <a:cubicBezTo>
                    <a:pt x="3950" y="15031"/>
                    <a:pt x="4699" y="13880"/>
                    <a:pt x="5499" y="12747"/>
                  </a:cubicBezTo>
                  <a:cubicBezTo>
                    <a:pt x="5806" y="12308"/>
                    <a:pt x="6089" y="11851"/>
                    <a:pt x="6531" y="11760"/>
                  </a:cubicBezTo>
                  <a:cubicBezTo>
                    <a:pt x="8265" y="9348"/>
                    <a:pt x="9900" y="6808"/>
                    <a:pt x="11830" y="4688"/>
                  </a:cubicBezTo>
                  <a:cubicBezTo>
                    <a:pt x="13625" y="2714"/>
                    <a:pt x="15469" y="832"/>
                    <a:pt x="17743" y="138"/>
                  </a:cubicBezTo>
                  <a:cubicBezTo>
                    <a:pt x="18235" y="-27"/>
                    <a:pt x="18640" y="-100"/>
                    <a:pt x="19120" y="247"/>
                  </a:cubicBezTo>
                  <a:cubicBezTo>
                    <a:pt x="19796" y="777"/>
                    <a:pt x="20509" y="1197"/>
                    <a:pt x="21222" y="1654"/>
                  </a:cubicBezTo>
                  <a:cubicBezTo>
                    <a:pt x="21468" y="2312"/>
                    <a:pt x="21161" y="2696"/>
                    <a:pt x="20915" y="3135"/>
                  </a:cubicBezTo>
                  <a:cubicBezTo>
                    <a:pt x="19821" y="5163"/>
                    <a:pt x="18567" y="6954"/>
                    <a:pt x="17325" y="8781"/>
                  </a:cubicBezTo>
                  <a:cubicBezTo>
                    <a:pt x="16760" y="9604"/>
                    <a:pt x="16428" y="10755"/>
                    <a:pt x="15641" y="11285"/>
                  </a:cubicBezTo>
                  <a:cubicBezTo>
                    <a:pt x="14559" y="12436"/>
                    <a:pt x="13858" y="14136"/>
                    <a:pt x="12899" y="15506"/>
                  </a:cubicBezTo>
                  <a:cubicBezTo>
                    <a:pt x="12125" y="16584"/>
                    <a:pt x="11326" y="17498"/>
                    <a:pt x="10342" y="18064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6" name="形状">
              <a:extLst>
                <a:ext uri="{FF2B5EF4-FFF2-40B4-BE49-F238E27FC236}">
                  <a16:creationId xmlns:a16="http://schemas.microsoft.com/office/drawing/2014/main" id="{4BCCA844-AD8B-A36D-9343-137B9BFDDAB9}"/>
                </a:ext>
              </a:extLst>
            </p:cNvPr>
            <p:cNvSpPr/>
            <p:nvPr/>
          </p:nvSpPr>
          <p:spPr>
            <a:xfrm>
              <a:off x="1260754" y="2835399"/>
              <a:ext cx="1197938" cy="580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67" extrusionOk="0">
                  <a:moveTo>
                    <a:pt x="18229" y="5258"/>
                  </a:moveTo>
                  <a:cubicBezTo>
                    <a:pt x="16786" y="6998"/>
                    <a:pt x="15543" y="9293"/>
                    <a:pt x="14278" y="11516"/>
                  </a:cubicBezTo>
                  <a:cubicBezTo>
                    <a:pt x="12409" y="14753"/>
                    <a:pt x="10563" y="18039"/>
                    <a:pt x="8411" y="20528"/>
                  </a:cubicBezTo>
                  <a:cubicBezTo>
                    <a:pt x="7878" y="21132"/>
                    <a:pt x="7358" y="21446"/>
                    <a:pt x="6731" y="21349"/>
                  </a:cubicBezTo>
                  <a:cubicBezTo>
                    <a:pt x="4542" y="20963"/>
                    <a:pt x="2354" y="20673"/>
                    <a:pt x="0" y="20335"/>
                  </a:cubicBezTo>
                  <a:cubicBezTo>
                    <a:pt x="438" y="19078"/>
                    <a:pt x="923" y="18547"/>
                    <a:pt x="1372" y="17991"/>
                  </a:cubicBezTo>
                  <a:cubicBezTo>
                    <a:pt x="3099" y="15937"/>
                    <a:pt x="4602" y="13328"/>
                    <a:pt x="6057" y="10525"/>
                  </a:cubicBezTo>
                  <a:cubicBezTo>
                    <a:pt x="7926" y="6974"/>
                    <a:pt x="10220" y="4606"/>
                    <a:pt x="12255" y="1489"/>
                  </a:cubicBezTo>
                  <a:cubicBezTo>
                    <a:pt x="12953" y="426"/>
                    <a:pt x="13674" y="281"/>
                    <a:pt x="14479" y="281"/>
                  </a:cubicBezTo>
                  <a:cubicBezTo>
                    <a:pt x="16561" y="329"/>
                    <a:pt x="18631" y="329"/>
                    <a:pt x="20701" y="63"/>
                  </a:cubicBezTo>
                  <a:cubicBezTo>
                    <a:pt x="21009" y="39"/>
                    <a:pt x="21328" y="-154"/>
                    <a:pt x="21600" y="281"/>
                  </a:cubicBezTo>
                  <a:cubicBezTo>
                    <a:pt x="20736" y="2625"/>
                    <a:pt x="19684" y="4509"/>
                    <a:pt x="18229" y="5258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7" name="形状">
              <a:extLst>
                <a:ext uri="{FF2B5EF4-FFF2-40B4-BE49-F238E27FC236}">
                  <a16:creationId xmlns:a16="http://schemas.microsoft.com/office/drawing/2014/main" id="{AC9A83C6-1D65-4AAB-37A1-27D6839FCE7E}"/>
                </a:ext>
              </a:extLst>
            </p:cNvPr>
            <p:cNvSpPr/>
            <p:nvPr/>
          </p:nvSpPr>
          <p:spPr>
            <a:xfrm>
              <a:off x="1764510" y="2784900"/>
              <a:ext cx="1148720" cy="639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7" extrusionOk="0">
                  <a:moveTo>
                    <a:pt x="13330" y="2437"/>
                  </a:moveTo>
                  <a:cubicBezTo>
                    <a:pt x="14737" y="922"/>
                    <a:pt x="16342" y="1383"/>
                    <a:pt x="17848" y="922"/>
                  </a:cubicBezTo>
                  <a:cubicBezTo>
                    <a:pt x="19119" y="571"/>
                    <a:pt x="20403" y="285"/>
                    <a:pt x="21600" y="0"/>
                  </a:cubicBezTo>
                  <a:cubicBezTo>
                    <a:pt x="20526" y="1998"/>
                    <a:pt x="19428" y="4061"/>
                    <a:pt x="18317" y="6146"/>
                  </a:cubicBezTo>
                  <a:cubicBezTo>
                    <a:pt x="18243" y="6849"/>
                    <a:pt x="17971" y="7332"/>
                    <a:pt x="17700" y="7815"/>
                  </a:cubicBezTo>
                  <a:cubicBezTo>
                    <a:pt x="16564" y="9812"/>
                    <a:pt x="15490" y="11920"/>
                    <a:pt x="14256" y="13741"/>
                  </a:cubicBezTo>
                  <a:cubicBezTo>
                    <a:pt x="13207" y="15607"/>
                    <a:pt x="12108" y="17451"/>
                    <a:pt x="10960" y="19141"/>
                  </a:cubicBezTo>
                  <a:cubicBezTo>
                    <a:pt x="10516" y="19800"/>
                    <a:pt x="10096" y="20480"/>
                    <a:pt x="9516" y="20766"/>
                  </a:cubicBezTo>
                  <a:cubicBezTo>
                    <a:pt x="9479" y="20788"/>
                    <a:pt x="9442" y="20810"/>
                    <a:pt x="9405" y="20854"/>
                  </a:cubicBezTo>
                  <a:cubicBezTo>
                    <a:pt x="7801" y="21600"/>
                    <a:pt x="6184" y="21337"/>
                    <a:pt x="4567" y="21402"/>
                  </a:cubicBezTo>
                  <a:cubicBezTo>
                    <a:pt x="3049" y="21446"/>
                    <a:pt x="1555" y="21402"/>
                    <a:pt x="0" y="21183"/>
                  </a:cubicBezTo>
                  <a:cubicBezTo>
                    <a:pt x="3555" y="16946"/>
                    <a:pt x="6579" y="11700"/>
                    <a:pt x="9776" y="6849"/>
                  </a:cubicBezTo>
                  <a:cubicBezTo>
                    <a:pt x="10849" y="5071"/>
                    <a:pt x="11899" y="3271"/>
                    <a:pt x="13330" y="2437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8" name="形状">
              <a:extLst>
                <a:ext uri="{FF2B5EF4-FFF2-40B4-BE49-F238E27FC236}">
                  <a16:creationId xmlns:a16="http://schemas.microsoft.com/office/drawing/2014/main" id="{7AE84875-8089-488D-AF02-DA887AC6CB78}"/>
                </a:ext>
              </a:extLst>
            </p:cNvPr>
            <p:cNvSpPr/>
            <p:nvPr/>
          </p:nvSpPr>
          <p:spPr>
            <a:xfrm>
              <a:off x="3205438" y="3291552"/>
              <a:ext cx="311283" cy="1266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1" h="21485" extrusionOk="0">
                  <a:moveTo>
                    <a:pt x="16161" y="0"/>
                  </a:moveTo>
                  <a:cubicBezTo>
                    <a:pt x="14724" y="4556"/>
                    <a:pt x="18361" y="8923"/>
                    <a:pt x="19484" y="13345"/>
                  </a:cubicBezTo>
                  <a:cubicBezTo>
                    <a:pt x="19619" y="13702"/>
                    <a:pt x="19709" y="14047"/>
                    <a:pt x="19888" y="14393"/>
                  </a:cubicBezTo>
                  <a:cubicBezTo>
                    <a:pt x="20158" y="14794"/>
                    <a:pt x="19798" y="14983"/>
                    <a:pt x="17912" y="15128"/>
                  </a:cubicBezTo>
                  <a:cubicBezTo>
                    <a:pt x="13332" y="15495"/>
                    <a:pt x="11850" y="16866"/>
                    <a:pt x="14993" y="17657"/>
                  </a:cubicBezTo>
                  <a:cubicBezTo>
                    <a:pt x="15622" y="17824"/>
                    <a:pt x="16565" y="17890"/>
                    <a:pt x="17329" y="18024"/>
                  </a:cubicBezTo>
                  <a:cubicBezTo>
                    <a:pt x="18541" y="18214"/>
                    <a:pt x="20652" y="17712"/>
                    <a:pt x="20966" y="18214"/>
                  </a:cubicBezTo>
                  <a:cubicBezTo>
                    <a:pt x="21460" y="18915"/>
                    <a:pt x="21370" y="19662"/>
                    <a:pt x="21280" y="20386"/>
                  </a:cubicBezTo>
                  <a:cubicBezTo>
                    <a:pt x="21235" y="20653"/>
                    <a:pt x="19843" y="20653"/>
                    <a:pt x="18945" y="20720"/>
                  </a:cubicBezTo>
                  <a:cubicBezTo>
                    <a:pt x="15083" y="20965"/>
                    <a:pt x="11132" y="21166"/>
                    <a:pt x="7314" y="21433"/>
                  </a:cubicBezTo>
                  <a:cubicBezTo>
                    <a:pt x="5069" y="21600"/>
                    <a:pt x="4755" y="21355"/>
                    <a:pt x="4755" y="20887"/>
                  </a:cubicBezTo>
                  <a:cubicBezTo>
                    <a:pt x="4396" y="15752"/>
                    <a:pt x="3183" y="10605"/>
                    <a:pt x="1432" y="5481"/>
                  </a:cubicBezTo>
                  <a:cubicBezTo>
                    <a:pt x="983" y="4255"/>
                    <a:pt x="579" y="3030"/>
                    <a:pt x="40" y="1816"/>
                  </a:cubicBezTo>
                  <a:cubicBezTo>
                    <a:pt x="-140" y="1326"/>
                    <a:pt x="219" y="1081"/>
                    <a:pt x="2375" y="958"/>
                  </a:cubicBezTo>
                  <a:cubicBezTo>
                    <a:pt x="6955" y="680"/>
                    <a:pt x="11446" y="323"/>
                    <a:pt x="16161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09" name="形状">
              <a:extLst>
                <a:ext uri="{FF2B5EF4-FFF2-40B4-BE49-F238E27FC236}">
                  <a16:creationId xmlns:a16="http://schemas.microsoft.com/office/drawing/2014/main" id="{5AFE1295-8057-F02B-A86C-12A9E7F66DAE}"/>
                </a:ext>
              </a:extLst>
            </p:cNvPr>
            <p:cNvSpPr/>
            <p:nvPr/>
          </p:nvSpPr>
          <p:spPr>
            <a:xfrm>
              <a:off x="2831485" y="8363103"/>
              <a:ext cx="394106" cy="828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9" h="21404" extrusionOk="0">
                  <a:moveTo>
                    <a:pt x="20386" y="13659"/>
                  </a:moveTo>
                  <a:cubicBezTo>
                    <a:pt x="21213" y="19670"/>
                    <a:pt x="21213" y="19687"/>
                    <a:pt x="13186" y="20672"/>
                  </a:cubicBezTo>
                  <a:cubicBezTo>
                    <a:pt x="11085" y="20927"/>
                    <a:pt x="8949" y="21130"/>
                    <a:pt x="6847" y="21368"/>
                  </a:cubicBezTo>
                  <a:cubicBezTo>
                    <a:pt x="5814" y="21470"/>
                    <a:pt x="5159" y="21385"/>
                    <a:pt x="5091" y="20740"/>
                  </a:cubicBezTo>
                  <a:cubicBezTo>
                    <a:pt x="4367" y="14915"/>
                    <a:pt x="1783" y="9210"/>
                    <a:pt x="302" y="3436"/>
                  </a:cubicBezTo>
                  <a:cubicBezTo>
                    <a:pt x="-387" y="804"/>
                    <a:pt x="-318" y="787"/>
                    <a:pt x="5159" y="498"/>
                  </a:cubicBezTo>
                  <a:cubicBezTo>
                    <a:pt x="8019" y="362"/>
                    <a:pt x="10913" y="278"/>
                    <a:pt x="13737" y="40"/>
                  </a:cubicBezTo>
                  <a:cubicBezTo>
                    <a:pt x="15735" y="-130"/>
                    <a:pt x="16424" y="244"/>
                    <a:pt x="16838" y="1161"/>
                  </a:cubicBezTo>
                  <a:cubicBezTo>
                    <a:pt x="18939" y="5932"/>
                    <a:pt x="20007" y="10738"/>
                    <a:pt x="20386" y="1365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0" name="形状">
              <a:extLst>
                <a:ext uri="{FF2B5EF4-FFF2-40B4-BE49-F238E27FC236}">
                  <a16:creationId xmlns:a16="http://schemas.microsoft.com/office/drawing/2014/main" id="{B550E1D6-2EF1-7B46-562C-120CCD955D54}"/>
                </a:ext>
              </a:extLst>
            </p:cNvPr>
            <p:cNvSpPr/>
            <p:nvPr/>
          </p:nvSpPr>
          <p:spPr>
            <a:xfrm>
              <a:off x="3111691" y="6399808"/>
              <a:ext cx="324960" cy="1215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0" h="21300" extrusionOk="0">
                  <a:moveTo>
                    <a:pt x="18887" y="14924"/>
                  </a:moveTo>
                  <a:cubicBezTo>
                    <a:pt x="18368" y="14682"/>
                    <a:pt x="17936" y="14452"/>
                    <a:pt x="17375" y="14233"/>
                  </a:cubicBezTo>
                  <a:cubicBezTo>
                    <a:pt x="16770" y="13992"/>
                    <a:pt x="15776" y="13819"/>
                    <a:pt x="14783" y="13934"/>
                  </a:cubicBezTo>
                  <a:cubicBezTo>
                    <a:pt x="12363" y="14210"/>
                    <a:pt x="11067" y="14797"/>
                    <a:pt x="10160" y="15407"/>
                  </a:cubicBezTo>
                  <a:cubicBezTo>
                    <a:pt x="9383" y="15913"/>
                    <a:pt x="10722" y="16350"/>
                    <a:pt x="12061" y="16672"/>
                  </a:cubicBezTo>
                  <a:cubicBezTo>
                    <a:pt x="13789" y="17120"/>
                    <a:pt x="16295" y="16925"/>
                    <a:pt x="17634" y="16269"/>
                  </a:cubicBezTo>
                  <a:cubicBezTo>
                    <a:pt x="18066" y="16062"/>
                    <a:pt x="18282" y="15832"/>
                    <a:pt x="18584" y="15591"/>
                  </a:cubicBezTo>
                  <a:cubicBezTo>
                    <a:pt x="18757" y="15430"/>
                    <a:pt x="19146" y="15292"/>
                    <a:pt x="19707" y="15303"/>
                  </a:cubicBezTo>
                  <a:cubicBezTo>
                    <a:pt x="20399" y="15315"/>
                    <a:pt x="20442" y="15510"/>
                    <a:pt x="20442" y="15648"/>
                  </a:cubicBezTo>
                  <a:cubicBezTo>
                    <a:pt x="20744" y="16959"/>
                    <a:pt x="21047" y="18282"/>
                    <a:pt x="21306" y="19616"/>
                  </a:cubicBezTo>
                  <a:cubicBezTo>
                    <a:pt x="21349" y="19915"/>
                    <a:pt x="21047" y="20145"/>
                    <a:pt x="19837" y="20237"/>
                  </a:cubicBezTo>
                  <a:cubicBezTo>
                    <a:pt x="15733" y="20571"/>
                    <a:pt x="11629" y="20916"/>
                    <a:pt x="7525" y="21249"/>
                  </a:cubicBezTo>
                  <a:cubicBezTo>
                    <a:pt x="4976" y="21468"/>
                    <a:pt x="5667" y="20927"/>
                    <a:pt x="5624" y="20628"/>
                  </a:cubicBezTo>
                  <a:cubicBezTo>
                    <a:pt x="5408" y="16396"/>
                    <a:pt x="4328" y="12198"/>
                    <a:pt x="2816" y="8000"/>
                  </a:cubicBezTo>
                  <a:cubicBezTo>
                    <a:pt x="2082" y="5929"/>
                    <a:pt x="1175" y="3859"/>
                    <a:pt x="138" y="1800"/>
                  </a:cubicBezTo>
                  <a:cubicBezTo>
                    <a:pt x="-251" y="1064"/>
                    <a:pt x="8" y="708"/>
                    <a:pt x="3248" y="639"/>
                  </a:cubicBezTo>
                  <a:cubicBezTo>
                    <a:pt x="6963" y="558"/>
                    <a:pt x="10592" y="271"/>
                    <a:pt x="14221" y="64"/>
                  </a:cubicBezTo>
                  <a:cubicBezTo>
                    <a:pt x="15387" y="-5"/>
                    <a:pt x="16554" y="-132"/>
                    <a:pt x="16295" y="409"/>
                  </a:cubicBezTo>
                  <a:cubicBezTo>
                    <a:pt x="15042" y="3468"/>
                    <a:pt x="17418" y="6470"/>
                    <a:pt x="18239" y="9506"/>
                  </a:cubicBezTo>
                  <a:cubicBezTo>
                    <a:pt x="18671" y="11128"/>
                    <a:pt x="19362" y="12750"/>
                    <a:pt x="19923" y="14360"/>
                  </a:cubicBezTo>
                  <a:cubicBezTo>
                    <a:pt x="19967" y="14567"/>
                    <a:pt x="20096" y="14763"/>
                    <a:pt x="18887" y="14924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1" name="形状">
              <a:extLst>
                <a:ext uri="{FF2B5EF4-FFF2-40B4-BE49-F238E27FC236}">
                  <a16:creationId xmlns:a16="http://schemas.microsoft.com/office/drawing/2014/main" id="{1B521DE2-B96B-757A-1BB3-A58EDECC207E}"/>
                </a:ext>
              </a:extLst>
            </p:cNvPr>
            <p:cNvSpPr/>
            <p:nvPr/>
          </p:nvSpPr>
          <p:spPr>
            <a:xfrm>
              <a:off x="2265371" y="2670907"/>
              <a:ext cx="1192148" cy="7422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5" extrusionOk="0">
                  <a:moveTo>
                    <a:pt x="0" y="21127"/>
                  </a:moveTo>
                  <a:cubicBezTo>
                    <a:pt x="12" y="21127"/>
                    <a:pt x="12" y="21127"/>
                    <a:pt x="12" y="21127"/>
                  </a:cubicBezTo>
                  <a:cubicBezTo>
                    <a:pt x="12" y="21127"/>
                    <a:pt x="12" y="21146"/>
                    <a:pt x="0" y="21146"/>
                  </a:cubicBezTo>
                  <a:lnTo>
                    <a:pt x="0" y="21127"/>
                  </a:lnTo>
                  <a:close/>
                  <a:moveTo>
                    <a:pt x="3838" y="16056"/>
                  </a:moveTo>
                  <a:lnTo>
                    <a:pt x="4574" y="14947"/>
                  </a:lnTo>
                  <a:cubicBezTo>
                    <a:pt x="5762" y="13126"/>
                    <a:pt x="7046" y="11510"/>
                    <a:pt x="8150" y="9557"/>
                  </a:cubicBezTo>
                  <a:cubicBezTo>
                    <a:pt x="8376" y="9162"/>
                    <a:pt x="8661" y="9068"/>
                    <a:pt x="8935" y="8843"/>
                  </a:cubicBezTo>
                  <a:cubicBezTo>
                    <a:pt x="10147" y="7153"/>
                    <a:pt x="11358" y="5481"/>
                    <a:pt x="12570" y="3772"/>
                  </a:cubicBezTo>
                  <a:cubicBezTo>
                    <a:pt x="13022" y="3114"/>
                    <a:pt x="13521" y="2758"/>
                    <a:pt x="14127" y="2551"/>
                  </a:cubicBezTo>
                  <a:cubicBezTo>
                    <a:pt x="16325" y="1818"/>
                    <a:pt x="18499" y="992"/>
                    <a:pt x="20685" y="203"/>
                  </a:cubicBezTo>
                  <a:cubicBezTo>
                    <a:pt x="20947" y="90"/>
                    <a:pt x="21208" y="-135"/>
                    <a:pt x="21600" y="109"/>
                  </a:cubicBezTo>
                  <a:cubicBezTo>
                    <a:pt x="19271" y="2908"/>
                    <a:pt x="17180" y="5951"/>
                    <a:pt x="15327" y="9369"/>
                  </a:cubicBezTo>
                  <a:cubicBezTo>
                    <a:pt x="15291" y="9782"/>
                    <a:pt x="15149" y="10102"/>
                    <a:pt x="14958" y="10383"/>
                  </a:cubicBezTo>
                  <a:cubicBezTo>
                    <a:pt x="13093" y="13313"/>
                    <a:pt x="11335" y="16469"/>
                    <a:pt x="9327" y="19174"/>
                  </a:cubicBezTo>
                  <a:cubicBezTo>
                    <a:pt x="9160" y="19380"/>
                    <a:pt x="8994" y="19436"/>
                    <a:pt x="8828" y="19549"/>
                  </a:cubicBezTo>
                  <a:cubicBezTo>
                    <a:pt x="7212" y="20338"/>
                    <a:pt x="5513" y="20357"/>
                    <a:pt x="3861" y="20695"/>
                  </a:cubicBezTo>
                  <a:cubicBezTo>
                    <a:pt x="2578" y="20920"/>
                    <a:pt x="1331" y="21465"/>
                    <a:pt x="12" y="21127"/>
                  </a:cubicBezTo>
                  <a:cubicBezTo>
                    <a:pt x="1236" y="19324"/>
                    <a:pt x="2614" y="17840"/>
                    <a:pt x="3838" y="16056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2" name="形状">
              <a:extLst>
                <a:ext uri="{FF2B5EF4-FFF2-40B4-BE49-F238E27FC236}">
                  <a16:creationId xmlns:a16="http://schemas.microsoft.com/office/drawing/2014/main" id="{1CBC7AA2-C5AA-BDA3-840F-531790DF0EC5}"/>
                </a:ext>
              </a:extLst>
            </p:cNvPr>
            <p:cNvSpPr/>
            <p:nvPr/>
          </p:nvSpPr>
          <p:spPr>
            <a:xfrm>
              <a:off x="2873990" y="5317938"/>
              <a:ext cx="357083" cy="7524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4" h="21284" extrusionOk="0">
                  <a:moveTo>
                    <a:pt x="21483" y="9964"/>
                  </a:moveTo>
                  <a:cubicBezTo>
                    <a:pt x="21483" y="12824"/>
                    <a:pt x="21444" y="15703"/>
                    <a:pt x="21523" y="18582"/>
                  </a:cubicBezTo>
                  <a:cubicBezTo>
                    <a:pt x="21562" y="19399"/>
                    <a:pt x="21009" y="19808"/>
                    <a:pt x="19232" y="19956"/>
                  </a:cubicBezTo>
                  <a:cubicBezTo>
                    <a:pt x="14573" y="20346"/>
                    <a:pt x="9913" y="20811"/>
                    <a:pt x="5214" y="21219"/>
                  </a:cubicBezTo>
                  <a:cubicBezTo>
                    <a:pt x="3990" y="21312"/>
                    <a:pt x="2726" y="21442"/>
                    <a:pt x="2647" y="20513"/>
                  </a:cubicBezTo>
                  <a:cubicBezTo>
                    <a:pt x="2134" y="15350"/>
                    <a:pt x="-38" y="10261"/>
                    <a:pt x="1" y="5079"/>
                  </a:cubicBezTo>
                  <a:cubicBezTo>
                    <a:pt x="41" y="1216"/>
                    <a:pt x="41" y="1235"/>
                    <a:pt x="8136" y="789"/>
                  </a:cubicBezTo>
                  <a:cubicBezTo>
                    <a:pt x="11414" y="603"/>
                    <a:pt x="14691" y="399"/>
                    <a:pt x="17929" y="65"/>
                  </a:cubicBezTo>
                  <a:cubicBezTo>
                    <a:pt x="20061" y="-158"/>
                    <a:pt x="20417" y="195"/>
                    <a:pt x="20496" y="1068"/>
                  </a:cubicBezTo>
                  <a:cubicBezTo>
                    <a:pt x="20693" y="4039"/>
                    <a:pt x="21049" y="6992"/>
                    <a:pt x="21286" y="9964"/>
                  </a:cubicBezTo>
                  <a:cubicBezTo>
                    <a:pt x="21325" y="9964"/>
                    <a:pt x="21365" y="9964"/>
                    <a:pt x="21483" y="9964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3" name="形状">
              <a:extLst>
                <a:ext uri="{FF2B5EF4-FFF2-40B4-BE49-F238E27FC236}">
                  <a16:creationId xmlns:a16="http://schemas.microsoft.com/office/drawing/2014/main" id="{3820DD8D-535E-30F7-BC5F-CC428D8F543C}"/>
                </a:ext>
              </a:extLst>
            </p:cNvPr>
            <p:cNvSpPr/>
            <p:nvPr/>
          </p:nvSpPr>
          <p:spPr>
            <a:xfrm>
              <a:off x="3495766" y="850299"/>
              <a:ext cx="235949" cy="1430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5" h="21311" extrusionOk="0">
                  <a:moveTo>
                    <a:pt x="17389" y="10416"/>
                  </a:moveTo>
                  <a:cubicBezTo>
                    <a:pt x="18431" y="13644"/>
                    <a:pt x="19474" y="16872"/>
                    <a:pt x="20748" y="20091"/>
                  </a:cubicBezTo>
                  <a:cubicBezTo>
                    <a:pt x="21095" y="21030"/>
                    <a:pt x="16289" y="20903"/>
                    <a:pt x="13625" y="21226"/>
                  </a:cubicBezTo>
                  <a:cubicBezTo>
                    <a:pt x="11482" y="21480"/>
                    <a:pt x="10845" y="21098"/>
                    <a:pt x="9687" y="20932"/>
                  </a:cubicBezTo>
                  <a:cubicBezTo>
                    <a:pt x="8818" y="20785"/>
                    <a:pt x="8876" y="20609"/>
                    <a:pt x="8818" y="20423"/>
                  </a:cubicBezTo>
                  <a:cubicBezTo>
                    <a:pt x="7602" y="16041"/>
                    <a:pt x="2159" y="11717"/>
                    <a:pt x="422" y="7344"/>
                  </a:cubicBezTo>
                  <a:cubicBezTo>
                    <a:pt x="-505" y="5202"/>
                    <a:pt x="16" y="3098"/>
                    <a:pt x="2796" y="985"/>
                  </a:cubicBezTo>
                  <a:cubicBezTo>
                    <a:pt x="3607" y="379"/>
                    <a:pt x="5286" y="173"/>
                    <a:pt x="8703" y="85"/>
                  </a:cubicBezTo>
                  <a:cubicBezTo>
                    <a:pt x="15709" y="-81"/>
                    <a:pt x="15652" y="-120"/>
                    <a:pt x="15594" y="1083"/>
                  </a:cubicBezTo>
                  <a:cubicBezTo>
                    <a:pt x="15362" y="4214"/>
                    <a:pt x="16289" y="7305"/>
                    <a:pt x="17389" y="10416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4" name="形状">
              <a:extLst>
                <a:ext uri="{FF2B5EF4-FFF2-40B4-BE49-F238E27FC236}">
                  <a16:creationId xmlns:a16="http://schemas.microsoft.com/office/drawing/2014/main" id="{F7F87221-5801-461B-8407-5CEF19129525}"/>
                </a:ext>
              </a:extLst>
            </p:cNvPr>
            <p:cNvSpPr/>
            <p:nvPr/>
          </p:nvSpPr>
          <p:spPr>
            <a:xfrm>
              <a:off x="2016389" y="4744917"/>
              <a:ext cx="986591" cy="563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4" extrusionOk="0">
                  <a:moveTo>
                    <a:pt x="9319" y="21172"/>
                  </a:moveTo>
                  <a:cubicBezTo>
                    <a:pt x="8959" y="21600"/>
                    <a:pt x="8557" y="21600"/>
                    <a:pt x="8125" y="21575"/>
                  </a:cubicBezTo>
                  <a:cubicBezTo>
                    <a:pt x="5680" y="21424"/>
                    <a:pt x="3236" y="21247"/>
                    <a:pt x="791" y="21071"/>
                  </a:cubicBezTo>
                  <a:cubicBezTo>
                    <a:pt x="532" y="21046"/>
                    <a:pt x="244" y="21146"/>
                    <a:pt x="0" y="20415"/>
                  </a:cubicBezTo>
                  <a:cubicBezTo>
                    <a:pt x="2761" y="17063"/>
                    <a:pt x="5048" y="12627"/>
                    <a:pt x="7708" y="8973"/>
                  </a:cubicBezTo>
                  <a:cubicBezTo>
                    <a:pt x="9448" y="6553"/>
                    <a:pt x="11160" y="4083"/>
                    <a:pt x="12900" y="1613"/>
                  </a:cubicBezTo>
                  <a:cubicBezTo>
                    <a:pt x="13101" y="1311"/>
                    <a:pt x="13274" y="983"/>
                    <a:pt x="13575" y="933"/>
                  </a:cubicBezTo>
                  <a:cubicBezTo>
                    <a:pt x="16150" y="630"/>
                    <a:pt x="18709" y="328"/>
                    <a:pt x="21600" y="0"/>
                  </a:cubicBezTo>
                  <a:cubicBezTo>
                    <a:pt x="18594" y="4486"/>
                    <a:pt x="15862" y="8796"/>
                    <a:pt x="13590" y="13888"/>
                  </a:cubicBezTo>
                  <a:cubicBezTo>
                    <a:pt x="13547" y="14669"/>
                    <a:pt x="13288" y="15223"/>
                    <a:pt x="12972" y="15753"/>
                  </a:cubicBezTo>
                  <a:cubicBezTo>
                    <a:pt x="12195" y="17088"/>
                    <a:pt x="11404" y="18424"/>
                    <a:pt x="10656" y="19811"/>
                  </a:cubicBezTo>
                  <a:cubicBezTo>
                    <a:pt x="10282" y="20541"/>
                    <a:pt x="9865" y="20970"/>
                    <a:pt x="9319" y="21172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5" name="形状">
              <a:extLst>
                <a:ext uri="{FF2B5EF4-FFF2-40B4-BE49-F238E27FC236}">
                  <a16:creationId xmlns:a16="http://schemas.microsoft.com/office/drawing/2014/main" id="{1237AB41-D408-C72B-A890-A8C4DB4251D0}"/>
                </a:ext>
              </a:extLst>
            </p:cNvPr>
            <p:cNvSpPr/>
            <p:nvPr/>
          </p:nvSpPr>
          <p:spPr>
            <a:xfrm>
              <a:off x="898826" y="2834742"/>
              <a:ext cx="1001101" cy="540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9" h="21487" extrusionOk="0">
                  <a:moveTo>
                    <a:pt x="21539" y="704"/>
                  </a:moveTo>
                  <a:cubicBezTo>
                    <a:pt x="20945" y="1484"/>
                    <a:pt x="20393" y="2369"/>
                    <a:pt x="19785" y="3072"/>
                  </a:cubicBezTo>
                  <a:cubicBezTo>
                    <a:pt x="15414" y="8381"/>
                    <a:pt x="11793" y="15433"/>
                    <a:pt x="7422" y="20794"/>
                  </a:cubicBezTo>
                  <a:cubicBezTo>
                    <a:pt x="7111" y="21159"/>
                    <a:pt x="6870" y="21575"/>
                    <a:pt x="6432" y="21471"/>
                  </a:cubicBezTo>
                  <a:cubicBezTo>
                    <a:pt x="4267" y="20898"/>
                    <a:pt x="2117" y="20248"/>
                    <a:pt x="10" y="19181"/>
                  </a:cubicBezTo>
                  <a:cubicBezTo>
                    <a:pt x="-61" y="18452"/>
                    <a:pt x="278" y="18400"/>
                    <a:pt x="462" y="18166"/>
                  </a:cubicBezTo>
                  <a:cubicBezTo>
                    <a:pt x="1721" y="16656"/>
                    <a:pt x="2839" y="14913"/>
                    <a:pt x="3942" y="13065"/>
                  </a:cubicBezTo>
                  <a:cubicBezTo>
                    <a:pt x="6884" y="8068"/>
                    <a:pt x="10421" y="4685"/>
                    <a:pt x="13801" y="860"/>
                  </a:cubicBezTo>
                  <a:cubicBezTo>
                    <a:pt x="14198" y="417"/>
                    <a:pt x="14622" y="-25"/>
                    <a:pt x="15145" y="1"/>
                  </a:cubicBezTo>
                  <a:cubicBezTo>
                    <a:pt x="17253" y="53"/>
                    <a:pt x="19375" y="27"/>
                    <a:pt x="21468" y="27"/>
                  </a:cubicBezTo>
                  <a:cubicBezTo>
                    <a:pt x="21468" y="235"/>
                    <a:pt x="21497" y="469"/>
                    <a:pt x="21539" y="704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6" name="形状">
              <a:extLst>
                <a:ext uri="{FF2B5EF4-FFF2-40B4-BE49-F238E27FC236}">
                  <a16:creationId xmlns:a16="http://schemas.microsoft.com/office/drawing/2014/main" id="{0C958358-A5D9-0221-92D9-56BC66E874A3}"/>
                </a:ext>
              </a:extLst>
            </p:cNvPr>
            <p:cNvSpPr/>
            <p:nvPr/>
          </p:nvSpPr>
          <p:spPr>
            <a:xfrm>
              <a:off x="2458266" y="4652272"/>
              <a:ext cx="952930" cy="660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9" h="21453" extrusionOk="0">
                  <a:moveTo>
                    <a:pt x="4303" y="15218"/>
                  </a:moveTo>
                  <a:cubicBezTo>
                    <a:pt x="7049" y="10949"/>
                    <a:pt x="10164" y="7257"/>
                    <a:pt x="13161" y="3394"/>
                  </a:cubicBezTo>
                  <a:cubicBezTo>
                    <a:pt x="13471" y="2988"/>
                    <a:pt x="13737" y="2519"/>
                    <a:pt x="14209" y="2412"/>
                  </a:cubicBezTo>
                  <a:cubicBezTo>
                    <a:pt x="16586" y="1900"/>
                    <a:pt x="18904" y="1110"/>
                    <a:pt x="21429" y="0"/>
                  </a:cubicBezTo>
                  <a:cubicBezTo>
                    <a:pt x="21016" y="1131"/>
                    <a:pt x="20543" y="1793"/>
                    <a:pt x="20056" y="2476"/>
                  </a:cubicBezTo>
                  <a:cubicBezTo>
                    <a:pt x="16527" y="7364"/>
                    <a:pt x="13191" y="12508"/>
                    <a:pt x="10031" y="17865"/>
                  </a:cubicBezTo>
                  <a:cubicBezTo>
                    <a:pt x="8614" y="20255"/>
                    <a:pt x="7241" y="21365"/>
                    <a:pt x="5188" y="21194"/>
                  </a:cubicBezTo>
                  <a:cubicBezTo>
                    <a:pt x="4967" y="21173"/>
                    <a:pt x="4716" y="21237"/>
                    <a:pt x="4494" y="21280"/>
                  </a:cubicBezTo>
                  <a:cubicBezTo>
                    <a:pt x="3151" y="21600"/>
                    <a:pt x="1793" y="21365"/>
                    <a:pt x="449" y="21429"/>
                  </a:cubicBezTo>
                  <a:cubicBezTo>
                    <a:pt x="110" y="21451"/>
                    <a:pt x="-171" y="21088"/>
                    <a:pt x="124" y="20746"/>
                  </a:cubicBezTo>
                  <a:cubicBezTo>
                    <a:pt x="1601" y="19017"/>
                    <a:pt x="2634" y="16627"/>
                    <a:pt x="4303" y="15218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7" name="形状">
              <a:extLst>
                <a:ext uri="{FF2B5EF4-FFF2-40B4-BE49-F238E27FC236}">
                  <a16:creationId xmlns:a16="http://schemas.microsoft.com/office/drawing/2014/main" id="{931BDB21-78F4-B04B-B13A-0B1DD49DC810}"/>
                </a:ext>
              </a:extLst>
            </p:cNvPr>
            <p:cNvSpPr/>
            <p:nvPr/>
          </p:nvSpPr>
          <p:spPr>
            <a:xfrm>
              <a:off x="2571674" y="7602431"/>
              <a:ext cx="990070" cy="726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600" extrusionOk="0">
                  <a:moveTo>
                    <a:pt x="7497" y="20195"/>
                  </a:moveTo>
                  <a:cubicBezTo>
                    <a:pt x="7240" y="20507"/>
                    <a:pt x="7011" y="20761"/>
                    <a:pt x="6625" y="20800"/>
                  </a:cubicBezTo>
                  <a:cubicBezTo>
                    <a:pt x="4423" y="21054"/>
                    <a:pt x="2236" y="21346"/>
                    <a:pt x="35" y="21600"/>
                  </a:cubicBezTo>
                  <a:cubicBezTo>
                    <a:pt x="-51" y="21346"/>
                    <a:pt x="35" y="21190"/>
                    <a:pt x="135" y="21034"/>
                  </a:cubicBezTo>
                  <a:cubicBezTo>
                    <a:pt x="4180" y="16371"/>
                    <a:pt x="7854" y="11180"/>
                    <a:pt x="11800" y="6380"/>
                  </a:cubicBezTo>
                  <a:cubicBezTo>
                    <a:pt x="13558" y="4254"/>
                    <a:pt x="15431" y="2498"/>
                    <a:pt x="17775" y="1776"/>
                  </a:cubicBezTo>
                  <a:cubicBezTo>
                    <a:pt x="19062" y="1366"/>
                    <a:pt x="20262" y="527"/>
                    <a:pt x="21549" y="0"/>
                  </a:cubicBezTo>
                  <a:cubicBezTo>
                    <a:pt x="18104" y="4371"/>
                    <a:pt x="14802" y="8898"/>
                    <a:pt x="11957" y="13971"/>
                  </a:cubicBezTo>
                  <a:cubicBezTo>
                    <a:pt x="11042" y="16820"/>
                    <a:pt x="9384" y="18673"/>
                    <a:pt x="7497" y="20195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8" name="形状">
              <a:extLst>
                <a:ext uri="{FF2B5EF4-FFF2-40B4-BE49-F238E27FC236}">
                  <a16:creationId xmlns:a16="http://schemas.microsoft.com/office/drawing/2014/main" id="{7AE8F978-2A34-7F73-700D-C4F9A2631DBF}"/>
                </a:ext>
              </a:extLst>
            </p:cNvPr>
            <p:cNvSpPr/>
            <p:nvPr/>
          </p:nvSpPr>
          <p:spPr>
            <a:xfrm>
              <a:off x="580393" y="2811625"/>
              <a:ext cx="908423" cy="490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88" extrusionOk="0">
                  <a:moveTo>
                    <a:pt x="8590" y="5915"/>
                  </a:moveTo>
                  <a:cubicBezTo>
                    <a:pt x="10214" y="4719"/>
                    <a:pt x="11682" y="3098"/>
                    <a:pt x="13104" y="1292"/>
                  </a:cubicBezTo>
                  <a:cubicBezTo>
                    <a:pt x="13885" y="282"/>
                    <a:pt x="14697" y="-143"/>
                    <a:pt x="15728" y="43"/>
                  </a:cubicBezTo>
                  <a:cubicBezTo>
                    <a:pt x="17633" y="442"/>
                    <a:pt x="19554" y="601"/>
                    <a:pt x="21600" y="893"/>
                  </a:cubicBezTo>
                  <a:cubicBezTo>
                    <a:pt x="20991" y="2354"/>
                    <a:pt x="20210" y="3231"/>
                    <a:pt x="19413" y="3869"/>
                  </a:cubicBezTo>
                  <a:cubicBezTo>
                    <a:pt x="16102" y="6632"/>
                    <a:pt x="13369" y="10670"/>
                    <a:pt x="10605" y="14735"/>
                  </a:cubicBezTo>
                  <a:cubicBezTo>
                    <a:pt x="6029" y="21457"/>
                    <a:pt x="7013" y="20713"/>
                    <a:pt x="1624" y="16914"/>
                  </a:cubicBezTo>
                  <a:cubicBezTo>
                    <a:pt x="1046" y="16515"/>
                    <a:pt x="531" y="16011"/>
                    <a:pt x="0" y="15532"/>
                  </a:cubicBezTo>
                  <a:cubicBezTo>
                    <a:pt x="125" y="13646"/>
                    <a:pt x="1031" y="12796"/>
                    <a:pt x="1859" y="12052"/>
                  </a:cubicBezTo>
                  <a:cubicBezTo>
                    <a:pt x="3545" y="10484"/>
                    <a:pt x="5123" y="8625"/>
                    <a:pt x="6810" y="7084"/>
                  </a:cubicBezTo>
                  <a:cubicBezTo>
                    <a:pt x="7372" y="6552"/>
                    <a:pt x="7934" y="6101"/>
                    <a:pt x="8590" y="5915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19" name="形状">
              <a:extLst>
                <a:ext uri="{FF2B5EF4-FFF2-40B4-BE49-F238E27FC236}">
                  <a16:creationId xmlns:a16="http://schemas.microsoft.com/office/drawing/2014/main" id="{57830E9E-6BCF-4566-BF0C-83F306587C5D}"/>
                </a:ext>
              </a:extLst>
            </p:cNvPr>
            <p:cNvSpPr/>
            <p:nvPr/>
          </p:nvSpPr>
          <p:spPr>
            <a:xfrm>
              <a:off x="3470781" y="3218702"/>
              <a:ext cx="212811" cy="9986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5" h="21301" extrusionOk="0">
                  <a:moveTo>
                    <a:pt x="8392" y="21301"/>
                  </a:moveTo>
                  <a:cubicBezTo>
                    <a:pt x="7602" y="19649"/>
                    <a:pt x="6943" y="18165"/>
                    <a:pt x="6153" y="16695"/>
                  </a:cubicBezTo>
                  <a:cubicBezTo>
                    <a:pt x="4112" y="12944"/>
                    <a:pt x="424" y="9234"/>
                    <a:pt x="29" y="5426"/>
                  </a:cubicBezTo>
                  <a:cubicBezTo>
                    <a:pt x="-103" y="4405"/>
                    <a:pt x="226" y="3383"/>
                    <a:pt x="753" y="2361"/>
                  </a:cubicBezTo>
                  <a:cubicBezTo>
                    <a:pt x="1148" y="1507"/>
                    <a:pt x="2597" y="905"/>
                    <a:pt x="6943" y="723"/>
                  </a:cubicBezTo>
                  <a:cubicBezTo>
                    <a:pt x="10368" y="569"/>
                    <a:pt x="13924" y="-299"/>
                    <a:pt x="16690" y="107"/>
                  </a:cubicBezTo>
                  <a:cubicBezTo>
                    <a:pt x="18336" y="345"/>
                    <a:pt x="17151" y="1465"/>
                    <a:pt x="17217" y="2207"/>
                  </a:cubicBezTo>
                  <a:cubicBezTo>
                    <a:pt x="17743" y="7428"/>
                    <a:pt x="19587" y="12622"/>
                    <a:pt x="21168" y="17829"/>
                  </a:cubicBezTo>
                  <a:cubicBezTo>
                    <a:pt x="21497" y="18809"/>
                    <a:pt x="20707" y="19523"/>
                    <a:pt x="16426" y="20027"/>
                  </a:cubicBezTo>
                  <a:cubicBezTo>
                    <a:pt x="13858" y="20321"/>
                    <a:pt x="11553" y="20783"/>
                    <a:pt x="8392" y="21301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0" name="形状">
              <a:extLst>
                <a:ext uri="{FF2B5EF4-FFF2-40B4-BE49-F238E27FC236}">
                  <a16:creationId xmlns:a16="http://schemas.microsoft.com/office/drawing/2014/main" id="{6D451437-FB38-365C-A6E4-4166B5EAA336}"/>
                </a:ext>
              </a:extLst>
            </p:cNvPr>
            <p:cNvSpPr/>
            <p:nvPr/>
          </p:nvSpPr>
          <p:spPr>
            <a:xfrm>
              <a:off x="2932442" y="7479592"/>
              <a:ext cx="898134" cy="8204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1272" extrusionOk="0">
                  <a:moveTo>
                    <a:pt x="4680" y="15712"/>
                  </a:moveTo>
                  <a:cubicBezTo>
                    <a:pt x="6890" y="13227"/>
                    <a:pt x="9099" y="10725"/>
                    <a:pt x="11355" y="8273"/>
                  </a:cubicBezTo>
                  <a:cubicBezTo>
                    <a:pt x="13178" y="6299"/>
                    <a:pt x="15140" y="4495"/>
                    <a:pt x="17180" y="2810"/>
                  </a:cubicBezTo>
                  <a:cubicBezTo>
                    <a:pt x="17659" y="2418"/>
                    <a:pt x="18107" y="2112"/>
                    <a:pt x="18138" y="1261"/>
                  </a:cubicBezTo>
                  <a:cubicBezTo>
                    <a:pt x="18184" y="563"/>
                    <a:pt x="19003" y="154"/>
                    <a:pt x="19575" y="18"/>
                  </a:cubicBezTo>
                  <a:cubicBezTo>
                    <a:pt x="20177" y="-118"/>
                    <a:pt x="20656" y="563"/>
                    <a:pt x="21043" y="1039"/>
                  </a:cubicBezTo>
                  <a:cubicBezTo>
                    <a:pt x="21367" y="1414"/>
                    <a:pt x="20888" y="1652"/>
                    <a:pt x="20718" y="1891"/>
                  </a:cubicBezTo>
                  <a:cubicBezTo>
                    <a:pt x="18957" y="4529"/>
                    <a:pt x="16809" y="6793"/>
                    <a:pt x="14831" y="9227"/>
                  </a:cubicBezTo>
                  <a:cubicBezTo>
                    <a:pt x="11927" y="12818"/>
                    <a:pt x="9146" y="16563"/>
                    <a:pt x="6148" y="20069"/>
                  </a:cubicBezTo>
                  <a:cubicBezTo>
                    <a:pt x="5777" y="20495"/>
                    <a:pt x="5453" y="20733"/>
                    <a:pt x="4928" y="20767"/>
                  </a:cubicBezTo>
                  <a:cubicBezTo>
                    <a:pt x="3800" y="20869"/>
                    <a:pt x="2656" y="20988"/>
                    <a:pt x="1528" y="21108"/>
                  </a:cubicBezTo>
                  <a:cubicBezTo>
                    <a:pt x="1019" y="21210"/>
                    <a:pt x="370" y="21482"/>
                    <a:pt x="76" y="20971"/>
                  </a:cubicBezTo>
                  <a:cubicBezTo>
                    <a:pt x="-233" y="20444"/>
                    <a:pt x="478" y="20103"/>
                    <a:pt x="771" y="19729"/>
                  </a:cubicBezTo>
                  <a:cubicBezTo>
                    <a:pt x="1992" y="18282"/>
                    <a:pt x="3182" y="16818"/>
                    <a:pt x="4680" y="15712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1" name="形状">
              <a:extLst>
                <a:ext uri="{FF2B5EF4-FFF2-40B4-BE49-F238E27FC236}">
                  <a16:creationId xmlns:a16="http://schemas.microsoft.com/office/drawing/2014/main" id="{7B1C5C27-E16E-7290-A8DF-1EA34FCA276A}"/>
                </a:ext>
              </a:extLst>
            </p:cNvPr>
            <p:cNvSpPr/>
            <p:nvPr/>
          </p:nvSpPr>
          <p:spPr>
            <a:xfrm>
              <a:off x="1327343" y="7799064"/>
              <a:ext cx="873681" cy="542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5" extrusionOk="0">
                  <a:moveTo>
                    <a:pt x="21600" y="156"/>
                  </a:moveTo>
                  <a:cubicBezTo>
                    <a:pt x="16281" y="7442"/>
                    <a:pt x="11124" y="14214"/>
                    <a:pt x="5854" y="20756"/>
                  </a:cubicBezTo>
                  <a:cubicBezTo>
                    <a:pt x="5643" y="20987"/>
                    <a:pt x="5465" y="21269"/>
                    <a:pt x="5189" y="21192"/>
                  </a:cubicBezTo>
                  <a:cubicBezTo>
                    <a:pt x="3438" y="20679"/>
                    <a:pt x="1686" y="20294"/>
                    <a:pt x="0" y="19268"/>
                  </a:cubicBezTo>
                  <a:cubicBezTo>
                    <a:pt x="97" y="19037"/>
                    <a:pt x="130" y="18858"/>
                    <a:pt x="178" y="18806"/>
                  </a:cubicBezTo>
                  <a:cubicBezTo>
                    <a:pt x="5254" y="13932"/>
                    <a:pt x="9632" y="7596"/>
                    <a:pt x="14319" y="1926"/>
                  </a:cubicBezTo>
                  <a:cubicBezTo>
                    <a:pt x="15519" y="464"/>
                    <a:pt x="16751" y="-331"/>
                    <a:pt x="18308" y="131"/>
                  </a:cubicBezTo>
                  <a:cubicBezTo>
                    <a:pt x="19297" y="387"/>
                    <a:pt x="20351" y="156"/>
                    <a:pt x="21600" y="156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2" name="形状">
              <a:extLst>
                <a:ext uri="{FF2B5EF4-FFF2-40B4-BE49-F238E27FC236}">
                  <a16:creationId xmlns:a16="http://schemas.microsoft.com/office/drawing/2014/main" id="{7450079F-7C0D-F5A2-54FF-A363EBBD83E6}"/>
                </a:ext>
              </a:extLst>
            </p:cNvPr>
            <p:cNvSpPr/>
            <p:nvPr/>
          </p:nvSpPr>
          <p:spPr>
            <a:xfrm>
              <a:off x="1582116" y="7790311"/>
              <a:ext cx="912386" cy="577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0823" extrusionOk="0">
                  <a:moveTo>
                    <a:pt x="0" y="20179"/>
                  </a:moveTo>
                  <a:cubicBezTo>
                    <a:pt x="1706" y="18237"/>
                    <a:pt x="3055" y="16555"/>
                    <a:pt x="4481" y="15087"/>
                  </a:cubicBezTo>
                  <a:cubicBezTo>
                    <a:pt x="7102" y="12363"/>
                    <a:pt x="9614" y="9402"/>
                    <a:pt x="11940" y="6087"/>
                  </a:cubicBezTo>
                  <a:cubicBezTo>
                    <a:pt x="13134" y="4381"/>
                    <a:pt x="14638" y="3268"/>
                    <a:pt x="15863" y="1705"/>
                  </a:cubicBezTo>
                  <a:cubicBezTo>
                    <a:pt x="17677" y="-616"/>
                    <a:pt x="19677" y="781"/>
                    <a:pt x="21553" y="0"/>
                  </a:cubicBezTo>
                  <a:cubicBezTo>
                    <a:pt x="21600" y="876"/>
                    <a:pt x="21243" y="971"/>
                    <a:pt x="21026" y="1160"/>
                  </a:cubicBezTo>
                  <a:cubicBezTo>
                    <a:pt x="19507" y="2534"/>
                    <a:pt x="18235" y="4334"/>
                    <a:pt x="16995" y="6252"/>
                  </a:cubicBezTo>
                  <a:cubicBezTo>
                    <a:pt x="13909" y="11013"/>
                    <a:pt x="10637" y="15466"/>
                    <a:pt x="7148" y="19563"/>
                  </a:cubicBezTo>
                  <a:cubicBezTo>
                    <a:pt x="6311" y="20534"/>
                    <a:pt x="5505" y="20984"/>
                    <a:pt x="4466" y="20771"/>
                  </a:cubicBezTo>
                  <a:cubicBezTo>
                    <a:pt x="3101" y="20534"/>
                    <a:pt x="1752" y="20416"/>
                    <a:pt x="0" y="2017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3" name="形状">
              <a:extLst>
                <a:ext uri="{FF2B5EF4-FFF2-40B4-BE49-F238E27FC236}">
                  <a16:creationId xmlns:a16="http://schemas.microsoft.com/office/drawing/2014/main" id="{5F2A8F4E-A040-6E9F-0E66-8CF65A2A5C46}"/>
                </a:ext>
              </a:extLst>
            </p:cNvPr>
            <p:cNvSpPr/>
            <p:nvPr/>
          </p:nvSpPr>
          <p:spPr>
            <a:xfrm>
              <a:off x="3389459" y="6341021"/>
              <a:ext cx="205290" cy="8670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1" h="21224" extrusionOk="0">
                  <a:moveTo>
                    <a:pt x="7552" y="21224"/>
                  </a:moveTo>
                  <a:cubicBezTo>
                    <a:pt x="4902" y="15165"/>
                    <a:pt x="-664" y="9428"/>
                    <a:pt x="65" y="3529"/>
                  </a:cubicBezTo>
                  <a:cubicBezTo>
                    <a:pt x="264" y="1874"/>
                    <a:pt x="1788" y="845"/>
                    <a:pt x="9275" y="363"/>
                  </a:cubicBezTo>
                  <a:cubicBezTo>
                    <a:pt x="17954" y="-199"/>
                    <a:pt x="17756" y="-376"/>
                    <a:pt x="17822" y="1858"/>
                  </a:cubicBezTo>
                  <a:cubicBezTo>
                    <a:pt x="17888" y="7161"/>
                    <a:pt x="19412" y="12481"/>
                    <a:pt x="20737" y="17769"/>
                  </a:cubicBezTo>
                  <a:cubicBezTo>
                    <a:pt x="20936" y="18797"/>
                    <a:pt x="19942" y="19424"/>
                    <a:pt x="16165" y="19874"/>
                  </a:cubicBezTo>
                  <a:cubicBezTo>
                    <a:pt x="13383" y="20212"/>
                    <a:pt x="10931" y="20678"/>
                    <a:pt x="7552" y="21224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4" name="形状">
              <a:extLst>
                <a:ext uri="{FF2B5EF4-FFF2-40B4-BE49-F238E27FC236}">
                  <a16:creationId xmlns:a16="http://schemas.microsoft.com/office/drawing/2014/main" id="{0DEAF59D-95C2-C192-A324-7345870E6E9D}"/>
                </a:ext>
              </a:extLst>
            </p:cNvPr>
            <p:cNvSpPr/>
            <p:nvPr/>
          </p:nvSpPr>
          <p:spPr>
            <a:xfrm>
              <a:off x="3245579" y="5245778"/>
              <a:ext cx="272095" cy="752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0" h="21440" extrusionOk="0">
                  <a:moveTo>
                    <a:pt x="18095" y="12129"/>
                  </a:moveTo>
                  <a:cubicBezTo>
                    <a:pt x="20172" y="14281"/>
                    <a:pt x="21158" y="16453"/>
                    <a:pt x="21418" y="18680"/>
                  </a:cubicBezTo>
                  <a:cubicBezTo>
                    <a:pt x="21470" y="19111"/>
                    <a:pt x="20380" y="19242"/>
                    <a:pt x="19549" y="19354"/>
                  </a:cubicBezTo>
                  <a:cubicBezTo>
                    <a:pt x="14564" y="20028"/>
                    <a:pt x="9580" y="20683"/>
                    <a:pt x="4595" y="21338"/>
                  </a:cubicBezTo>
                  <a:cubicBezTo>
                    <a:pt x="2622" y="21600"/>
                    <a:pt x="1947" y="21357"/>
                    <a:pt x="1947" y="20608"/>
                  </a:cubicBezTo>
                  <a:cubicBezTo>
                    <a:pt x="1895" y="14600"/>
                    <a:pt x="1220" y="8629"/>
                    <a:pt x="26" y="2658"/>
                  </a:cubicBezTo>
                  <a:cubicBezTo>
                    <a:pt x="-130" y="2003"/>
                    <a:pt x="389" y="1685"/>
                    <a:pt x="2258" y="1535"/>
                  </a:cubicBezTo>
                  <a:cubicBezTo>
                    <a:pt x="7295" y="1086"/>
                    <a:pt x="12228" y="543"/>
                    <a:pt x="17732" y="0"/>
                  </a:cubicBezTo>
                  <a:cubicBezTo>
                    <a:pt x="15655" y="3332"/>
                    <a:pt x="18095" y="6532"/>
                    <a:pt x="18407" y="9771"/>
                  </a:cubicBezTo>
                  <a:cubicBezTo>
                    <a:pt x="18458" y="10688"/>
                    <a:pt x="18355" y="11418"/>
                    <a:pt x="14876" y="10688"/>
                  </a:cubicBezTo>
                  <a:cubicBezTo>
                    <a:pt x="12591" y="10220"/>
                    <a:pt x="7555" y="11605"/>
                    <a:pt x="6880" y="12765"/>
                  </a:cubicBezTo>
                  <a:cubicBezTo>
                    <a:pt x="6257" y="13814"/>
                    <a:pt x="9372" y="15573"/>
                    <a:pt x="12176" y="15760"/>
                  </a:cubicBezTo>
                  <a:cubicBezTo>
                    <a:pt x="15343" y="15966"/>
                    <a:pt x="17887" y="15011"/>
                    <a:pt x="18199" y="13514"/>
                  </a:cubicBezTo>
                  <a:cubicBezTo>
                    <a:pt x="18251" y="13046"/>
                    <a:pt x="18095" y="12597"/>
                    <a:pt x="18095" y="1212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5" name="形状">
              <a:extLst>
                <a:ext uri="{FF2B5EF4-FFF2-40B4-BE49-F238E27FC236}">
                  <a16:creationId xmlns:a16="http://schemas.microsoft.com/office/drawing/2014/main" id="{C0160407-57EB-CB12-E2C8-DC367D8057A9}"/>
                </a:ext>
              </a:extLst>
            </p:cNvPr>
            <p:cNvSpPr/>
            <p:nvPr/>
          </p:nvSpPr>
          <p:spPr>
            <a:xfrm>
              <a:off x="3177748" y="8321970"/>
              <a:ext cx="291989" cy="7811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13" h="21056" extrusionOk="0">
                  <a:moveTo>
                    <a:pt x="12569" y="20481"/>
                  </a:moveTo>
                  <a:cubicBezTo>
                    <a:pt x="6216" y="21402"/>
                    <a:pt x="6216" y="21402"/>
                    <a:pt x="5943" y="19081"/>
                  </a:cubicBezTo>
                  <a:cubicBezTo>
                    <a:pt x="5217" y="13269"/>
                    <a:pt x="3811" y="7492"/>
                    <a:pt x="226" y="1840"/>
                  </a:cubicBezTo>
                  <a:cubicBezTo>
                    <a:pt x="-183" y="1237"/>
                    <a:pt x="-228" y="901"/>
                    <a:pt x="1769" y="812"/>
                  </a:cubicBezTo>
                  <a:cubicBezTo>
                    <a:pt x="6216" y="599"/>
                    <a:pt x="10708" y="298"/>
                    <a:pt x="15201" y="68"/>
                  </a:cubicBezTo>
                  <a:cubicBezTo>
                    <a:pt x="15972" y="32"/>
                    <a:pt x="17424" y="-198"/>
                    <a:pt x="17061" y="458"/>
                  </a:cubicBezTo>
                  <a:cubicBezTo>
                    <a:pt x="15654" y="3009"/>
                    <a:pt x="18422" y="5419"/>
                    <a:pt x="18785" y="7900"/>
                  </a:cubicBezTo>
                  <a:cubicBezTo>
                    <a:pt x="18831" y="8360"/>
                    <a:pt x="18922" y="8857"/>
                    <a:pt x="19285" y="9282"/>
                  </a:cubicBezTo>
                  <a:cubicBezTo>
                    <a:pt x="21372" y="11639"/>
                    <a:pt x="19965" y="13552"/>
                    <a:pt x="14792" y="15094"/>
                  </a:cubicBezTo>
                  <a:cubicBezTo>
                    <a:pt x="13748" y="15395"/>
                    <a:pt x="13068" y="15732"/>
                    <a:pt x="11480" y="15643"/>
                  </a:cubicBezTo>
                  <a:cubicBezTo>
                    <a:pt x="9438" y="15555"/>
                    <a:pt x="8258" y="16122"/>
                    <a:pt x="8439" y="16848"/>
                  </a:cubicBezTo>
                  <a:cubicBezTo>
                    <a:pt x="8893" y="18142"/>
                    <a:pt x="8258" y="19648"/>
                    <a:pt x="12569" y="20481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6" name="形状">
              <a:extLst>
                <a:ext uri="{FF2B5EF4-FFF2-40B4-BE49-F238E27FC236}">
                  <a16:creationId xmlns:a16="http://schemas.microsoft.com/office/drawing/2014/main" id="{175732FC-4E8E-2B59-2671-9F5D38377768}"/>
                </a:ext>
              </a:extLst>
            </p:cNvPr>
            <p:cNvSpPr/>
            <p:nvPr/>
          </p:nvSpPr>
          <p:spPr>
            <a:xfrm>
              <a:off x="3715500" y="813336"/>
              <a:ext cx="136335" cy="1400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6" h="21422" extrusionOk="0">
                  <a:moveTo>
                    <a:pt x="9624" y="21422"/>
                  </a:moveTo>
                  <a:cubicBezTo>
                    <a:pt x="8634" y="18949"/>
                    <a:pt x="7742" y="16587"/>
                    <a:pt x="6553" y="14225"/>
                  </a:cubicBezTo>
                  <a:cubicBezTo>
                    <a:pt x="4571" y="9883"/>
                    <a:pt x="2193" y="5541"/>
                    <a:pt x="13" y="1199"/>
                  </a:cubicBezTo>
                  <a:cubicBezTo>
                    <a:pt x="-383" y="485"/>
                    <a:pt x="8534" y="-178"/>
                    <a:pt x="15371" y="43"/>
                  </a:cubicBezTo>
                  <a:cubicBezTo>
                    <a:pt x="17947" y="113"/>
                    <a:pt x="17254" y="325"/>
                    <a:pt x="17254" y="495"/>
                  </a:cubicBezTo>
                  <a:cubicBezTo>
                    <a:pt x="18443" y="7109"/>
                    <a:pt x="21217" y="13713"/>
                    <a:pt x="20226" y="20336"/>
                  </a:cubicBezTo>
                  <a:cubicBezTo>
                    <a:pt x="20226" y="21070"/>
                    <a:pt x="15173" y="21131"/>
                    <a:pt x="9624" y="21422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7" name="形状">
              <a:extLst>
                <a:ext uri="{FF2B5EF4-FFF2-40B4-BE49-F238E27FC236}">
                  <a16:creationId xmlns:a16="http://schemas.microsoft.com/office/drawing/2014/main" id="{5BFE9B15-B887-88E8-4561-D63307669E18}"/>
                </a:ext>
              </a:extLst>
            </p:cNvPr>
            <p:cNvSpPr/>
            <p:nvPr/>
          </p:nvSpPr>
          <p:spPr>
            <a:xfrm>
              <a:off x="1011140" y="4749599"/>
              <a:ext cx="790352" cy="456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9" h="20939" extrusionOk="0">
                  <a:moveTo>
                    <a:pt x="6566" y="20752"/>
                  </a:moveTo>
                  <a:cubicBezTo>
                    <a:pt x="5281" y="21386"/>
                    <a:pt x="4158" y="20240"/>
                    <a:pt x="2963" y="19847"/>
                  </a:cubicBezTo>
                  <a:cubicBezTo>
                    <a:pt x="2106" y="19606"/>
                    <a:pt x="1268" y="19123"/>
                    <a:pt x="430" y="18761"/>
                  </a:cubicBezTo>
                  <a:cubicBezTo>
                    <a:pt x="-34" y="18460"/>
                    <a:pt x="-141" y="17917"/>
                    <a:pt x="198" y="17344"/>
                  </a:cubicBezTo>
                  <a:cubicBezTo>
                    <a:pt x="1339" y="15503"/>
                    <a:pt x="2463" y="13482"/>
                    <a:pt x="4051" y="12698"/>
                  </a:cubicBezTo>
                  <a:cubicBezTo>
                    <a:pt x="7118" y="9470"/>
                    <a:pt x="9830" y="5458"/>
                    <a:pt x="12541" y="1475"/>
                  </a:cubicBezTo>
                  <a:cubicBezTo>
                    <a:pt x="13379" y="269"/>
                    <a:pt x="14217" y="-214"/>
                    <a:pt x="15341" y="88"/>
                  </a:cubicBezTo>
                  <a:cubicBezTo>
                    <a:pt x="17267" y="570"/>
                    <a:pt x="19212" y="691"/>
                    <a:pt x="21459" y="1023"/>
                  </a:cubicBezTo>
                  <a:cubicBezTo>
                    <a:pt x="17624" y="6574"/>
                    <a:pt x="13415" y="10495"/>
                    <a:pt x="10204" y="16469"/>
                  </a:cubicBezTo>
                  <a:cubicBezTo>
                    <a:pt x="9259" y="18550"/>
                    <a:pt x="8010" y="19847"/>
                    <a:pt x="6566" y="20752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8" name="形状">
              <a:extLst>
                <a:ext uri="{FF2B5EF4-FFF2-40B4-BE49-F238E27FC236}">
                  <a16:creationId xmlns:a16="http://schemas.microsoft.com/office/drawing/2014/main" id="{98A48613-5184-0D08-E48D-8F880FCFC5F5}"/>
                </a:ext>
              </a:extLst>
            </p:cNvPr>
            <p:cNvSpPr/>
            <p:nvPr/>
          </p:nvSpPr>
          <p:spPr>
            <a:xfrm>
              <a:off x="3217876" y="7555209"/>
              <a:ext cx="722578" cy="718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2" h="21369" extrusionOk="0">
                  <a:moveTo>
                    <a:pt x="0" y="21017"/>
                  </a:moveTo>
                  <a:cubicBezTo>
                    <a:pt x="739" y="20197"/>
                    <a:pt x="1478" y="19396"/>
                    <a:pt x="2255" y="18596"/>
                  </a:cubicBezTo>
                  <a:cubicBezTo>
                    <a:pt x="7252" y="13303"/>
                    <a:pt x="11976" y="7718"/>
                    <a:pt x="16778" y="2269"/>
                  </a:cubicBezTo>
                  <a:cubicBezTo>
                    <a:pt x="17012" y="1976"/>
                    <a:pt x="17206" y="1683"/>
                    <a:pt x="17459" y="1429"/>
                  </a:cubicBezTo>
                  <a:cubicBezTo>
                    <a:pt x="18023" y="902"/>
                    <a:pt x="18431" y="-231"/>
                    <a:pt x="19248" y="42"/>
                  </a:cubicBezTo>
                  <a:cubicBezTo>
                    <a:pt x="20239" y="355"/>
                    <a:pt x="20861" y="1390"/>
                    <a:pt x="21328" y="2386"/>
                  </a:cubicBezTo>
                  <a:cubicBezTo>
                    <a:pt x="21600" y="2972"/>
                    <a:pt x="21153" y="3206"/>
                    <a:pt x="20822" y="3519"/>
                  </a:cubicBezTo>
                  <a:cubicBezTo>
                    <a:pt x="15670" y="8304"/>
                    <a:pt x="11743" y="14143"/>
                    <a:pt x="7388" y="19611"/>
                  </a:cubicBezTo>
                  <a:cubicBezTo>
                    <a:pt x="7077" y="20002"/>
                    <a:pt x="6844" y="20393"/>
                    <a:pt x="6241" y="20471"/>
                  </a:cubicBezTo>
                  <a:cubicBezTo>
                    <a:pt x="4219" y="20764"/>
                    <a:pt x="2236" y="21076"/>
                    <a:pt x="233" y="21369"/>
                  </a:cubicBezTo>
                  <a:cubicBezTo>
                    <a:pt x="136" y="21252"/>
                    <a:pt x="78" y="21135"/>
                    <a:pt x="0" y="21017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29" name="形状">
              <a:extLst>
                <a:ext uri="{FF2B5EF4-FFF2-40B4-BE49-F238E27FC236}">
                  <a16:creationId xmlns:a16="http://schemas.microsoft.com/office/drawing/2014/main" id="{BB05231C-6BD6-EB2D-DC49-3264E0C47D20}"/>
                </a:ext>
              </a:extLst>
            </p:cNvPr>
            <p:cNvSpPr/>
            <p:nvPr/>
          </p:nvSpPr>
          <p:spPr>
            <a:xfrm>
              <a:off x="401137" y="2762666"/>
              <a:ext cx="725784" cy="4211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8" h="21553" extrusionOk="0">
                  <a:moveTo>
                    <a:pt x="6177" y="8338"/>
                  </a:moveTo>
                  <a:cubicBezTo>
                    <a:pt x="6970" y="7433"/>
                    <a:pt x="7821" y="6628"/>
                    <a:pt x="8556" y="5588"/>
                  </a:cubicBezTo>
                  <a:cubicBezTo>
                    <a:pt x="10142" y="3307"/>
                    <a:pt x="12307" y="2871"/>
                    <a:pt x="13777" y="355"/>
                  </a:cubicBezTo>
                  <a:cubicBezTo>
                    <a:pt x="13951" y="54"/>
                    <a:pt x="14357" y="-47"/>
                    <a:pt x="14628" y="20"/>
                  </a:cubicBezTo>
                  <a:cubicBezTo>
                    <a:pt x="16755" y="657"/>
                    <a:pt x="18882" y="1295"/>
                    <a:pt x="21338" y="2066"/>
                  </a:cubicBezTo>
                  <a:cubicBezTo>
                    <a:pt x="19172" y="4716"/>
                    <a:pt x="17258" y="7064"/>
                    <a:pt x="15324" y="9411"/>
                  </a:cubicBezTo>
                  <a:cubicBezTo>
                    <a:pt x="14396" y="11625"/>
                    <a:pt x="12888" y="12464"/>
                    <a:pt x="11669" y="13906"/>
                  </a:cubicBezTo>
                  <a:cubicBezTo>
                    <a:pt x="9465" y="16522"/>
                    <a:pt x="7376" y="19507"/>
                    <a:pt x="4959" y="21553"/>
                  </a:cubicBezTo>
                  <a:lnTo>
                    <a:pt x="4862" y="21519"/>
                  </a:lnTo>
                  <a:lnTo>
                    <a:pt x="4727" y="21519"/>
                  </a:lnTo>
                  <a:cubicBezTo>
                    <a:pt x="2871" y="20714"/>
                    <a:pt x="1749" y="18098"/>
                    <a:pt x="395" y="16086"/>
                  </a:cubicBezTo>
                  <a:cubicBezTo>
                    <a:pt x="-262" y="15113"/>
                    <a:pt x="-49" y="13839"/>
                    <a:pt x="666" y="13000"/>
                  </a:cubicBezTo>
                  <a:cubicBezTo>
                    <a:pt x="2387" y="10988"/>
                    <a:pt x="4050" y="8975"/>
                    <a:pt x="6177" y="8338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0" name="形状">
              <a:extLst>
                <a:ext uri="{FF2B5EF4-FFF2-40B4-BE49-F238E27FC236}">
                  <a16:creationId xmlns:a16="http://schemas.microsoft.com/office/drawing/2014/main" id="{8E49408F-385F-E50E-E3D8-18FE4DBF86B2}"/>
                </a:ext>
              </a:extLst>
            </p:cNvPr>
            <p:cNvSpPr/>
            <p:nvPr/>
          </p:nvSpPr>
          <p:spPr>
            <a:xfrm>
              <a:off x="781255" y="4716103"/>
              <a:ext cx="681505" cy="421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5" h="20729" extrusionOk="0">
                  <a:moveTo>
                    <a:pt x="4473" y="11771"/>
                  </a:moveTo>
                  <a:cubicBezTo>
                    <a:pt x="7993" y="9092"/>
                    <a:pt x="11120" y="5508"/>
                    <a:pt x="14144" y="1698"/>
                  </a:cubicBezTo>
                  <a:cubicBezTo>
                    <a:pt x="15324" y="213"/>
                    <a:pt x="16505" y="-433"/>
                    <a:pt x="18017" y="310"/>
                  </a:cubicBezTo>
                  <a:cubicBezTo>
                    <a:pt x="19052" y="826"/>
                    <a:pt x="20150" y="891"/>
                    <a:pt x="21475" y="1246"/>
                  </a:cubicBezTo>
                  <a:cubicBezTo>
                    <a:pt x="18472" y="6541"/>
                    <a:pt x="14889" y="10383"/>
                    <a:pt x="11597" y="14742"/>
                  </a:cubicBezTo>
                  <a:cubicBezTo>
                    <a:pt x="10354" y="17228"/>
                    <a:pt x="8739" y="19068"/>
                    <a:pt x="7020" y="20618"/>
                  </a:cubicBezTo>
                  <a:cubicBezTo>
                    <a:pt x="5446" y="21167"/>
                    <a:pt x="4265" y="19553"/>
                    <a:pt x="2940" y="18810"/>
                  </a:cubicBezTo>
                  <a:cubicBezTo>
                    <a:pt x="1987" y="18293"/>
                    <a:pt x="1097" y="17486"/>
                    <a:pt x="165" y="16776"/>
                  </a:cubicBezTo>
                  <a:cubicBezTo>
                    <a:pt x="-125" y="16001"/>
                    <a:pt x="-21" y="15258"/>
                    <a:pt x="393" y="14774"/>
                  </a:cubicBezTo>
                  <a:cubicBezTo>
                    <a:pt x="1615" y="13354"/>
                    <a:pt x="2774" y="11610"/>
                    <a:pt x="4473" y="11771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1" name="形状">
              <a:extLst>
                <a:ext uri="{FF2B5EF4-FFF2-40B4-BE49-F238E27FC236}">
                  <a16:creationId xmlns:a16="http://schemas.microsoft.com/office/drawing/2014/main" id="{16A525BA-0F33-E0A2-E97F-56FB0B5C82B5}"/>
                </a:ext>
              </a:extLst>
            </p:cNvPr>
            <p:cNvSpPr/>
            <p:nvPr/>
          </p:nvSpPr>
          <p:spPr>
            <a:xfrm>
              <a:off x="1113102" y="7774609"/>
              <a:ext cx="801301" cy="5027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67" extrusionOk="0">
                  <a:moveTo>
                    <a:pt x="0" y="17880"/>
                  </a:moveTo>
                  <a:cubicBezTo>
                    <a:pt x="5227" y="13011"/>
                    <a:pt x="9923" y="7543"/>
                    <a:pt x="15256" y="3571"/>
                  </a:cubicBezTo>
                  <a:cubicBezTo>
                    <a:pt x="16515" y="2646"/>
                    <a:pt x="17879" y="2129"/>
                    <a:pt x="18924" y="334"/>
                  </a:cubicBezTo>
                  <a:cubicBezTo>
                    <a:pt x="19438" y="-537"/>
                    <a:pt x="20466" y="578"/>
                    <a:pt x="21600" y="524"/>
                  </a:cubicBezTo>
                  <a:cubicBezTo>
                    <a:pt x="18623" y="4414"/>
                    <a:pt x="15947" y="8005"/>
                    <a:pt x="13183" y="11406"/>
                  </a:cubicBezTo>
                  <a:cubicBezTo>
                    <a:pt x="10685" y="14480"/>
                    <a:pt x="8062" y="17309"/>
                    <a:pt x="5475" y="20247"/>
                  </a:cubicBezTo>
                  <a:cubicBezTo>
                    <a:pt x="5121" y="20655"/>
                    <a:pt x="4767" y="21063"/>
                    <a:pt x="4217" y="20764"/>
                  </a:cubicBezTo>
                  <a:cubicBezTo>
                    <a:pt x="2888" y="20002"/>
                    <a:pt x="1524" y="19295"/>
                    <a:pt x="0" y="1788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2" name="形状">
              <a:extLst>
                <a:ext uri="{FF2B5EF4-FFF2-40B4-BE49-F238E27FC236}">
                  <a16:creationId xmlns:a16="http://schemas.microsoft.com/office/drawing/2014/main" id="{E3B07AE7-4E16-D728-040A-1A18D5A36650}"/>
                </a:ext>
              </a:extLst>
            </p:cNvPr>
            <p:cNvSpPr/>
            <p:nvPr/>
          </p:nvSpPr>
          <p:spPr>
            <a:xfrm>
              <a:off x="3367007" y="2671990"/>
              <a:ext cx="653544" cy="5581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51" h="21600" extrusionOk="0">
                  <a:moveTo>
                    <a:pt x="17501" y="0"/>
                  </a:moveTo>
                  <a:cubicBezTo>
                    <a:pt x="20508" y="1445"/>
                    <a:pt x="21016" y="3448"/>
                    <a:pt x="19187" y="6617"/>
                  </a:cubicBezTo>
                  <a:cubicBezTo>
                    <a:pt x="15997" y="12169"/>
                    <a:pt x="11628" y="15820"/>
                    <a:pt x="6731" y="18634"/>
                  </a:cubicBezTo>
                  <a:cubicBezTo>
                    <a:pt x="4699" y="19800"/>
                    <a:pt x="2606" y="20763"/>
                    <a:pt x="473" y="21600"/>
                  </a:cubicBezTo>
                  <a:cubicBezTo>
                    <a:pt x="-584" y="20992"/>
                    <a:pt x="432" y="20561"/>
                    <a:pt x="635" y="20307"/>
                  </a:cubicBezTo>
                  <a:cubicBezTo>
                    <a:pt x="2830" y="17544"/>
                    <a:pt x="4943" y="14679"/>
                    <a:pt x="7341" y="12169"/>
                  </a:cubicBezTo>
                  <a:cubicBezTo>
                    <a:pt x="10409" y="8696"/>
                    <a:pt x="13416" y="5146"/>
                    <a:pt x="16119" y="1242"/>
                  </a:cubicBezTo>
                  <a:cubicBezTo>
                    <a:pt x="16525" y="659"/>
                    <a:pt x="16871" y="127"/>
                    <a:pt x="17501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3" name="形状">
              <a:extLst>
                <a:ext uri="{FF2B5EF4-FFF2-40B4-BE49-F238E27FC236}">
                  <a16:creationId xmlns:a16="http://schemas.microsoft.com/office/drawing/2014/main" id="{CBAB03FB-DB69-0800-DAF8-B75B3633BE11}"/>
                </a:ext>
              </a:extLst>
            </p:cNvPr>
            <p:cNvSpPr/>
            <p:nvPr/>
          </p:nvSpPr>
          <p:spPr>
            <a:xfrm>
              <a:off x="616400" y="4646205"/>
              <a:ext cx="611852" cy="3904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4" h="21456" extrusionOk="0">
                  <a:moveTo>
                    <a:pt x="5180" y="21456"/>
                  </a:moveTo>
                  <a:cubicBezTo>
                    <a:pt x="3193" y="20551"/>
                    <a:pt x="1869" y="18164"/>
                    <a:pt x="385" y="16174"/>
                  </a:cubicBezTo>
                  <a:cubicBezTo>
                    <a:pt x="-346" y="15161"/>
                    <a:pt x="88" y="14618"/>
                    <a:pt x="659" y="14039"/>
                  </a:cubicBezTo>
                  <a:cubicBezTo>
                    <a:pt x="5202" y="9444"/>
                    <a:pt x="9723" y="4849"/>
                    <a:pt x="14267" y="254"/>
                  </a:cubicBezTo>
                  <a:cubicBezTo>
                    <a:pt x="14632" y="-144"/>
                    <a:pt x="14906" y="1"/>
                    <a:pt x="15272" y="182"/>
                  </a:cubicBezTo>
                  <a:cubicBezTo>
                    <a:pt x="17190" y="1086"/>
                    <a:pt x="19131" y="1991"/>
                    <a:pt x="21254" y="2968"/>
                  </a:cubicBezTo>
                  <a:cubicBezTo>
                    <a:pt x="17692" y="7961"/>
                    <a:pt x="14039" y="12375"/>
                    <a:pt x="10180" y="16246"/>
                  </a:cubicBezTo>
                  <a:cubicBezTo>
                    <a:pt x="8810" y="18742"/>
                    <a:pt x="6938" y="20009"/>
                    <a:pt x="5180" y="21456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4" name="形状">
              <a:extLst>
                <a:ext uri="{FF2B5EF4-FFF2-40B4-BE49-F238E27FC236}">
                  <a16:creationId xmlns:a16="http://schemas.microsoft.com/office/drawing/2014/main" id="{615E710A-DC3F-0C13-E6F9-1E6FB360DA3A}"/>
                </a:ext>
              </a:extLst>
            </p:cNvPr>
            <p:cNvSpPr/>
            <p:nvPr/>
          </p:nvSpPr>
          <p:spPr>
            <a:xfrm>
              <a:off x="3870323" y="781456"/>
              <a:ext cx="103139" cy="1360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6" h="21600" extrusionOk="0">
                  <a:moveTo>
                    <a:pt x="16856" y="0"/>
                  </a:moveTo>
                  <a:cubicBezTo>
                    <a:pt x="10456" y="4337"/>
                    <a:pt x="15522" y="8611"/>
                    <a:pt x="17522" y="12885"/>
                  </a:cubicBezTo>
                  <a:cubicBezTo>
                    <a:pt x="18722" y="15241"/>
                    <a:pt x="21389" y="17576"/>
                    <a:pt x="20856" y="19932"/>
                  </a:cubicBezTo>
                  <a:cubicBezTo>
                    <a:pt x="20722" y="21131"/>
                    <a:pt x="20722" y="21131"/>
                    <a:pt x="5256" y="21600"/>
                  </a:cubicBezTo>
                  <a:cubicBezTo>
                    <a:pt x="3522" y="21558"/>
                    <a:pt x="3789" y="21433"/>
                    <a:pt x="3789" y="21329"/>
                  </a:cubicBezTo>
                  <a:cubicBezTo>
                    <a:pt x="5122" y="14741"/>
                    <a:pt x="1656" y="8163"/>
                    <a:pt x="56" y="1564"/>
                  </a:cubicBezTo>
                  <a:cubicBezTo>
                    <a:pt x="-211" y="240"/>
                    <a:pt x="-211" y="240"/>
                    <a:pt x="16856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5" name="形状">
              <a:extLst>
                <a:ext uri="{FF2B5EF4-FFF2-40B4-BE49-F238E27FC236}">
                  <a16:creationId xmlns:a16="http://schemas.microsoft.com/office/drawing/2014/main" id="{1B3AB0F0-F45E-5F1F-8355-ABD98EE787F8}"/>
                </a:ext>
              </a:extLst>
            </p:cNvPr>
            <p:cNvSpPr/>
            <p:nvPr/>
          </p:nvSpPr>
          <p:spPr>
            <a:xfrm>
              <a:off x="980273" y="7742555"/>
              <a:ext cx="772003" cy="442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3" h="19936" extrusionOk="0">
                  <a:moveTo>
                    <a:pt x="21193" y="1122"/>
                  </a:moveTo>
                  <a:cubicBezTo>
                    <a:pt x="20923" y="1447"/>
                    <a:pt x="20797" y="1685"/>
                    <a:pt x="20635" y="1773"/>
                  </a:cubicBezTo>
                  <a:cubicBezTo>
                    <a:pt x="14491" y="6514"/>
                    <a:pt x="8997" y="13062"/>
                    <a:pt x="3448" y="19403"/>
                  </a:cubicBezTo>
                  <a:cubicBezTo>
                    <a:pt x="2277" y="20766"/>
                    <a:pt x="1719" y="19166"/>
                    <a:pt x="1016" y="18485"/>
                  </a:cubicBezTo>
                  <a:cubicBezTo>
                    <a:pt x="-407" y="17092"/>
                    <a:pt x="-263" y="17210"/>
                    <a:pt x="998" y="15492"/>
                  </a:cubicBezTo>
                  <a:cubicBezTo>
                    <a:pt x="5088" y="9892"/>
                    <a:pt x="9771" y="5862"/>
                    <a:pt x="14347" y="1447"/>
                  </a:cubicBezTo>
                  <a:cubicBezTo>
                    <a:pt x="16707" y="-834"/>
                    <a:pt x="18779" y="-4"/>
                    <a:pt x="21193" y="1122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6" name="形状">
              <a:extLst>
                <a:ext uri="{FF2B5EF4-FFF2-40B4-BE49-F238E27FC236}">
                  <a16:creationId xmlns:a16="http://schemas.microsoft.com/office/drawing/2014/main" id="{76790CB9-022A-0426-A9F4-6D7D54BAD76E}"/>
                </a:ext>
              </a:extLst>
            </p:cNvPr>
            <p:cNvSpPr/>
            <p:nvPr/>
          </p:nvSpPr>
          <p:spPr>
            <a:xfrm>
              <a:off x="3687791" y="3123633"/>
              <a:ext cx="129707" cy="9484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90" h="21393" extrusionOk="0">
                  <a:moveTo>
                    <a:pt x="17728" y="0"/>
                  </a:moveTo>
                  <a:cubicBezTo>
                    <a:pt x="18360" y="3496"/>
                    <a:pt x="19203" y="6785"/>
                    <a:pt x="19624" y="10089"/>
                  </a:cubicBezTo>
                  <a:cubicBezTo>
                    <a:pt x="20046" y="13230"/>
                    <a:pt x="19835" y="16400"/>
                    <a:pt x="20678" y="19541"/>
                  </a:cubicBezTo>
                  <a:cubicBezTo>
                    <a:pt x="20994" y="20696"/>
                    <a:pt x="15094" y="21007"/>
                    <a:pt x="10036" y="21333"/>
                  </a:cubicBezTo>
                  <a:cubicBezTo>
                    <a:pt x="5927" y="21600"/>
                    <a:pt x="7507" y="20904"/>
                    <a:pt x="7402" y="20637"/>
                  </a:cubicBezTo>
                  <a:cubicBezTo>
                    <a:pt x="6243" y="18074"/>
                    <a:pt x="5505" y="15526"/>
                    <a:pt x="4452" y="12963"/>
                  </a:cubicBezTo>
                  <a:cubicBezTo>
                    <a:pt x="3187" y="9659"/>
                    <a:pt x="2239" y="6356"/>
                    <a:pt x="132" y="3067"/>
                  </a:cubicBezTo>
                  <a:cubicBezTo>
                    <a:pt x="-606" y="1778"/>
                    <a:pt x="1607" y="993"/>
                    <a:pt x="10352" y="563"/>
                  </a:cubicBezTo>
                  <a:cubicBezTo>
                    <a:pt x="12354" y="474"/>
                    <a:pt x="14145" y="267"/>
                    <a:pt x="17728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7" name="形状">
              <a:extLst>
                <a:ext uri="{FF2B5EF4-FFF2-40B4-BE49-F238E27FC236}">
                  <a16:creationId xmlns:a16="http://schemas.microsoft.com/office/drawing/2014/main" id="{D1A72594-4022-F769-D612-8FE429B92F81}"/>
                </a:ext>
              </a:extLst>
            </p:cNvPr>
            <p:cNvSpPr/>
            <p:nvPr/>
          </p:nvSpPr>
          <p:spPr>
            <a:xfrm>
              <a:off x="3973021" y="738029"/>
              <a:ext cx="112744" cy="1334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8" h="21600" extrusionOk="0">
                  <a:moveTo>
                    <a:pt x="7941" y="21600"/>
                  </a:moveTo>
                  <a:cubicBezTo>
                    <a:pt x="9916" y="18923"/>
                    <a:pt x="8311" y="16309"/>
                    <a:pt x="8065" y="13695"/>
                  </a:cubicBezTo>
                  <a:cubicBezTo>
                    <a:pt x="7818" y="11124"/>
                    <a:pt x="2757" y="8595"/>
                    <a:pt x="782" y="6035"/>
                  </a:cubicBezTo>
                  <a:cubicBezTo>
                    <a:pt x="-452" y="4537"/>
                    <a:pt x="-329" y="3039"/>
                    <a:pt x="1893" y="1541"/>
                  </a:cubicBezTo>
                  <a:cubicBezTo>
                    <a:pt x="3621" y="531"/>
                    <a:pt x="10039" y="127"/>
                    <a:pt x="21148" y="0"/>
                  </a:cubicBezTo>
                  <a:cubicBezTo>
                    <a:pt x="19790" y="1116"/>
                    <a:pt x="18062" y="2178"/>
                    <a:pt x="17198" y="3251"/>
                  </a:cubicBezTo>
                  <a:cubicBezTo>
                    <a:pt x="15100" y="6067"/>
                    <a:pt x="18062" y="8872"/>
                    <a:pt x="18062" y="11687"/>
                  </a:cubicBezTo>
                  <a:cubicBezTo>
                    <a:pt x="18062" y="14673"/>
                    <a:pt x="17569" y="17648"/>
                    <a:pt x="17569" y="20633"/>
                  </a:cubicBezTo>
                  <a:cubicBezTo>
                    <a:pt x="17939" y="21154"/>
                    <a:pt x="15964" y="21483"/>
                    <a:pt x="7941" y="21600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8" name="形状">
              <a:extLst>
                <a:ext uri="{FF2B5EF4-FFF2-40B4-BE49-F238E27FC236}">
                  <a16:creationId xmlns:a16="http://schemas.microsoft.com/office/drawing/2014/main" id="{C0F11D87-B520-B17E-A316-DD0290C6AB69}"/>
                </a:ext>
              </a:extLst>
            </p:cNvPr>
            <p:cNvSpPr/>
            <p:nvPr/>
          </p:nvSpPr>
          <p:spPr>
            <a:xfrm>
              <a:off x="3612205" y="6235919"/>
              <a:ext cx="120838" cy="844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95" h="21600" extrusionOk="0">
                  <a:moveTo>
                    <a:pt x="7160" y="21600"/>
                  </a:moveTo>
                  <a:cubicBezTo>
                    <a:pt x="4944" y="21046"/>
                    <a:pt x="5831" y="20407"/>
                    <a:pt x="5498" y="19820"/>
                  </a:cubicBezTo>
                  <a:cubicBezTo>
                    <a:pt x="3726" y="14546"/>
                    <a:pt x="2286" y="9272"/>
                    <a:pt x="292" y="4014"/>
                  </a:cubicBezTo>
                  <a:cubicBezTo>
                    <a:pt x="-594" y="1226"/>
                    <a:pt x="-594" y="1193"/>
                    <a:pt x="17461" y="0"/>
                  </a:cubicBezTo>
                  <a:cubicBezTo>
                    <a:pt x="19123" y="252"/>
                    <a:pt x="18458" y="571"/>
                    <a:pt x="18458" y="857"/>
                  </a:cubicBezTo>
                  <a:cubicBezTo>
                    <a:pt x="19123" y="6836"/>
                    <a:pt x="19344" y="12816"/>
                    <a:pt x="20563" y="18778"/>
                  </a:cubicBezTo>
                  <a:cubicBezTo>
                    <a:pt x="21006" y="20424"/>
                    <a:pt x="16797" y="21197"/>
                    <a:pt x="7160" y="21600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39" name="形状">
              <a:extLst>
                <a:ext uri="{FF2B5EF4-FFF2-40B4-BE49-F238E27FC236}">
                  <a16:creationId xmlns:a16="http://schemas.microsoft.com/office/drawing/2014/main" id="{0D8541F8-34C8-4FD5-936D-3FE572540D60}"/>
                </a:ext>
              </a:extLst>
            </p:cNvPr>
            <p:cNvSpPr/>
            <p:nvPr/>
          </p:nvSpPr>
          <p:spPr>
            <a:xfrm>
              <a:off x="2496983" y="6131792"/>
              <a:ext cx="584166" cy="286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81" extrusionOk="0">
                  <a:moveTo>
                    <a:pt x="12887" y="18276"/>
                  </a:moveTo>
                  <a:cubicBezTo>
                    <a:pt x="12426" y="18855"/>
                    <a:pt x="12256" y="19964"/>
                    <a:pt x="11528" y="20108"/>
                  </a:cubicBezTo>
                  <a:cubicBezTo>
                    <a:pt x="7742" y="20542"/>
                    <a:pt x="3980" y="21169"/>
                    <a:pt x="0" y="20928"/>
                  </a:cubicBezTo>
                  <a:cubicBezTo>
                    <a:pt x="2451" y="16492"/>
                    <a:pt x="4975" y="12249"/>
                    <a:pt x="7378" y="7669"/>
                  </a:cubicBezTo>
                  <a:cubicBezTo>
                    <a:pt x="8883" y="4680"/>
                    <a:pt x="10509" y="2896"/>
                    <a:pt x="12669" y="2606"/>
                  </a:cubicBezTo>
                  <a:cubicBezTo>
                    <a:pt x="15071" y="2221"/>
                    <a:pt x="17426" y="1064"/>
                    <a:pt x="19828" y="340"/>
                  </a:cubicBezTo>
                  <a:cubicBezTo>
                    <a:pt x="20435" y="99"/>
                    <a:pt x="21066" y="-431"/>
                    <a:pt x="21600" y="678"/>
                  </a:cubicBezTo>
                  <a:cubicBezTo>
                    <a:pt x="21551" y="967"/>
                    <a:pt x="21576" y="1208"/>
                    <a:pt x="21479" y="1401"/>
                  </a:cubicBezTo>
                  <a:cubicBezTo>
                    <a:pt x="18979" y="7765"/>
                    <a:pt x="16285" y="13696"/>
                    <a:pt x="12887" y="18276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0" name="形状">
              <a:extLst>
                <a:ext uri="{FF2B5EF4-FFF2-40B4-BE49-F238E27FC236}">
                  <a16:creationId xmlns:a16="http://schemas.microsoft.com/office/drawing/2014/main" id="{D963050F-6DD0-431F-906D-1561CED3484F}"/>
                </a:ext>
              </a:extLst>
            </p:cNvPr>
            <p:cNvSpPr/>
            <p:nvPr/>
          </p:nvSpPr>
          <p:spPr>
            <a:xfrm>
              <a:off x="3165763" y="5840780"/>
              <a:ext cx="611624" cy="518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8" h="21538" extrusionOk="0">
                  <a:moveTo>
                    <a:pt x="21530" y="538"/>
                  </a:moveTo>
                  <a:cubicBezTo>
                    <a:pt x="17753" y="6020"/>
                    <a:pt x="13929" y="11474"/>
                    <a:pt x="10221" y="17038"/>
                  </a:cubicBezTo>
                  <a:cubicBezTo>
                    <a:pt x="9317" y="18347"/>
                    <a:pt x="8343" y="19165"/>
                    <a:pt x="7022" y="19629"/>
                  </a:cubicBezTo>
                  <a:cubicBezTo>
                    <a:pt x="4774" y="20393"/>
                    <a:pt x="2480" y="21129"/>
                    <a:pt x="0" y="21538"/>
                  </a:cubicBezTo>
                  <a:cubicBezTo>
                    <a:pt x="348" y="20147"/>
                    <a:pt x="1159" y="19383"/>
                    <a:pt x="1854" y="18593"/>
                  </a:cubicBezTo>
                  <a:cubicBezTo>
                    <a:pt x="4774" y="15265"/>
                    <a:pt x="7648" y="11911"/>
                    <a:pt x="9989" y="7956"/>
                  </a:cubicBezTo>
                  <a:cubicBezTo>
                    <a:pt x="10383" y="7274"/>
                    <a:pt x="10985" y="6947"/>
                    <a:pt x="11588" y="6647"/>
                  </a:cubicBezTo>
                  <a:cubicBezTo>
                    <a:pt x="14995" y="4902"/>
                    <a:pt x="18124" y="2611"/>
                    <a:pt x="21113" y="20"/>
                  </a:cubicBezTo>
                  <a:cubicBezTo>
                    <a:pt x="21461" y="-62"/>
                    <a:pt x="21600" y="102"/>
                    <a:pt x="21530" y="538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1" name="形状">
              <a:extLst>
                <a:ext uri="{FF2B5EF4-FFF2-40B4-BE49-F238E27FC236}">
                  <a16:creationId xmlns:a16="http://schemas.microsoft.com/office/drawing/2014/main" id="{1A6D5BE7-2A7E-F673-BF53-C98123736F52}"/>
                </a:ext>
              </a:extLst>
            </p:cNvPr>
            <p:cNvSpPr/>
            <p:nvPr/>
          </p:nvSpPr>
          <p:spPr>
            <a:xfrm>
              <a:off x="364780" y="2703341"/>
              <a:ext cx="463942" cy="3342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0" h="19669" extrusionOk="0">
                  <a:moveTo>
                    <a:pt x="873" y="19189"/>
                  </a:moveTo>
                  <a:cubicBezTo>
                    <a:pt x="-720" y="13876"/>
                    <a:pt x="-189" y="10834"/>
                    <a:pt x="2939" y="6945"/>
                  </a:cubicBezTo>
                  <a:cubicBezTo>
                    <a:pt x="3854" y="5867"/>
                    <a:pt x="4769" y="4827"/>
                    <a:pt x="5742" y="3826"/>
                  </a:cubicBezTo>
                  <a:cubicBezTo>
                    <a:pt x="9047" y="592"/>
                    <a:pt x="12500" y="-1333"/>
                    <a:pt x="16660" y="1093"/>
                  </a:cubicBezTo>
                  <a:cubicBezTo>
                    <a:pt x="17811" y="1824"/>
                    <a:pt x="19139" y="2094"/>
                    <a:pt x="20880" y="2748"/>
                  </a:cubicBezTo>
                  <a:cubicBezTo>
                    <a:pt x="17044" y="6137"/>
                    <a:pt x="13385" y="8986"/>
                    <a:pt x="10110" y="12528"/>
                  </a:cubicBezTo>
                  <a:cubicBezTo>
                    <a:pt x="9637" y="14222"/>
                    <a:pt x="8339" y="14299"/>
                    <a:pt x="7395" y="15069"/>
                  </a:cubicBezTo>
                  <a:cubicBezTo>
                    <a:pt x="5919" y="16340"/>
                    <a:pt x="4355" y="17456"/>
                    <a:pt x="2880" y="18765"/>
                  </a:cubicBezTo>
                  <a:cubicBezTo>
                    <a:pt x="2319" y="19266"/>
                    <a:pt x="1700" y="20267"/>
                    <a:pt x="873" y="19189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2" name="形状">
              <a:extLst>
                <a:ext uri="{FF2B5EF4-FFF2-40B4-BE49-F238E27FC236}">
                  <a16:creationId xmlns:a16="http://schemas.microsoft.com/office/drawing/2014/main" id="{95E3C307-EA7F-CF59-C068-DD3A9E4EA7CB}"/>
                </a:ext>
              </a:extLst>
            </p:cNvPr>
            <p:cNvSpPr/>
            <p:nvPr/>
          </p:nvSpPr>
          <p:spPr>
            <a:xfrm>
              <a:off x="2859437" y="6036154"/>
              <a:ext cx="545970" cy="364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1" h="21600" extrusionOk="0">
                  <a:moveTo>
                    <a:pt x="9052" y="6889"/>
                  </a:moveTo>
                  <a:cubicBezTo>
                    <a:pt x="10718" y="4437"/>
                    <a:pt x="12614" y="2997"/>
                    <a:pt x="14971" y="3814"/>
                  </a:cubicBezTo>
                  <a:cubicBezTo>
                    <a:pt x="15970" y="4164"/>
                    <a:pt x="16073" y="2491"/>
                    <a:pt x="16739" y="2179"/>
                  </a:cubicBezTo>
                  <a:cubicBezTo>
                    <a:pt x="18148" y="1557"/>
                    <a:pt x="19532" y="856"/>
                    <a:pt x="21351" y="0"/>
                  </a:cubicBezTo>
                  <a:cubicBezTo>
                    <a:pt x="19967" y="3347"/>
                    <a:pt x="18532" y="5760"/>
                    <a:pt x="17046" y="8212"/>
                  </a:cubicBezTo>
                  <a:cubicBezTo>
                    <a:pt x="14868" y="11754"/>
                    <a:pt x="12178" y="14634"/>
                    <a:pt x="10692" y="19148"/>
                  </a:cubicBezTo>
                  <a:cubicBezTo>
                    <a:pt x="10384" y="20082"/>
                    <a:pt x="9770" y="19849"/>
                    <a:pt x="9283" y="19926"/>
                  </a:cubicBezTo>
                  <a:cubicBezTo>
                    <a:pt x="6285" y="20549"/>
                    <a:pt x="3287" y="21055"/>
                    <a:pt x="289" y="21600"/>
                  </a:cubicBezTo>
                  <a:cubicBezTo>
                    <a:pt x="-249" y="20783"/>
                    <a:pt x="58" y="20121"/>
                    <a:pt x="443" y="19498"/>
                  </a:cubicBezTo>
                  <a:cubicBezTo>
                    <a:pt x="3338" y="15295"/>
                    <a:pt x="5952" y="10703"/>
                    <a:pt x="9052" y="6889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3" name="形状">
              <a:extLst>
                <a:ext uri="{FF2B5EF4-FFF2-40B4-BE49-F238E27FC236}">
                  <a16:creationId xmlns:a16="http://schemas.microsoft.com/office/drawing/2014/main" id="{798A7DE3-7319-A0D9-AF54-24497348AE37}"/>
                </a:ext>
              </a:extLst>
            </p:cNvPr>
            <p:cNvSpPr/>
            <p:nvPr/>
          </p:nvSpPr>
          <p:spPr>
            <a:xfrm>
              <a:off x="3939446" y="2897811"/>
              <a:ext cx="114476" cy="1018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44" h="21600" extrusionOk="0">
                  <a:moveTo>
                    <a:pt x="7017" y="21600"/>
                  </a:moveTo>
                  <a:cubicBezTo>
                    <a:pt x="9936" y="16576"/>
                    <a:pt x="4215" y="11691"/>
                    <a:pt x="479" y="6778"/>
                  </a:cubicBezTo>
                  <a:cubicBezTo>
                    <a:pt x="245" y="6388"/>
                    <a:pt x="479" y="5971"/>
                    <a:pt x="245" y="5581"/>
                  </a:cubicBezTo>
                  <a:cubicBezTo>
                    <a:pt x="-1156" y="3340"/>
                    <a:pt x="3164" y="1378"/>
                    <a:pt x="20444" y="0"/>
                  </a:cubicBezTo>
                  <a:cubicBezTo>
                    <a:pt x="19860" y="445"/>
                    <a:pt x="19276" y="877"/>
                    <a:pt x="18809" y="1308"/>
                  </a:cubicBezTo>
                  <a:cubicBezTo>
                    <a:pt x="15307" y="3994"/>
                    <a:pt x="15190" y="6708"/>
                    <a:pt x="16124" y="9394"/>
                  </a:cubicBezTo>
                  <a:cubicBezTo>
                    <a:pt x="17408" y="12999"/>
                    <a:pt x="17292" y="16631"/>
                    <a:pt x="16124" y="20236"/>
                  </a:cubicBezTo>
                  <a:cubicBezTo>
                    <a:pt x="16007" y="20862"/>
                    <a:pt x="16007" y="21516"/>
                    <a:pt x="7017" y="2160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4" name="形状">
              <a:extLst>
                <a:ext uri="{FF2B5EF4-FFF2-40B4-BE49-F238E27FC236}">
                  <a16:creationId xmlns:a16="http://schemas.microsoft.com/office/drawing/2014/main" id="{09EEE907-1A98-6EF8-1BF1-06E98719578C}"/>
                </a:ext>
              </a:extLst>
            </p:cNvPr>
            <p:cNvSpPr/>
            <p:nvPr/>
          </p:nvSpPr>
          <p:spPr>
            <a:xfrm>
              <a:off x="3452952" y="8281806"/>
              <a:ext cx="189267" cy="4722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38" h="21513" extrusionOk="0">
                  <a:moveTo>
                    <a:pt x="7566" y="21513"/>
                  </a:moveTo>
                  <a:cubicBezTo>
                    <a:pt x="5455" y="17664"/>
                    <a:pt x="3485" y="14084"/>
                    <a:pt x="1586" y="10474"/>
                  </a:cubicBezTo>
                  <a:cubicBezTo>
                    <a:pt x="1093" y="9520"/>
                    <a:pt x="601" y="8505"/>
                    <a:pt x="319" y="7491"/>
                  </a:cubicBezTo>
                  <a:cubicBezTo>
                    <a:pt x="-1299" y="2031"/>
                    <a:pt x="3134" y="-87"/>
                    <a:pt x="16009" y="3"/>
                  </a:cubicBezTo>
                  <a:cubicBezTo>
                    <a:pt x="17979" y="3"/>
                    <a:pt x="18120" y="480"/>
                    <a:pt x="18120" y="1017"/>
                  </a:cubicBezTo>
                  <a:cubicBezTo>
                    <a:pt x="17979" y="6357"/>
                    <a:pt x="19527" y="11668"/>
                    <a:pt x="20231" y="16948"/>
                  </a:cubicBezTo>
                  <a:cubicBezTo>
                    <a:pt x="20301" y="17724"/>
                    <a:pt x="19879" y="18261"/>
                    <a:pt x="18190" y="18679"/>
                  </a:cubicBezTo>
                  <a:cubicBezTo>
                    <a:pt x="14672" y="19604"/>
                    <a:pt x="11295" y="20499"/>
                    <a:pt x="7566" y="21513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5" name="形状">
              <a:extLst>
                <a:ext uri="{FF2B5EF4-FFF2-40B4-BE49-F238E27FC236}">
                  <a16:creationId xmlns:a16="http://schemas.microsoft.com/office/drawing/2014/main" id="{977DB253-C33E-2340-D895-C830677E5510}"/>
                </a:ext>
              </a:extLst>
            </p:cNvPr>
            <p:cNvSpPr/>
            <p:nvPr/>
          </p:nvSpPr>
          <p:spPr>
            <a:xfrm>
              <a:off x="2156080" y="6180365"/>
              <a:ext cx="504315" cy="257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5" h="21169" extrusionOk="0">
                  <a:moveTo>
                    <a:pt x="4836" y="12227"/>
                  </a:moveTo>
                  <a:cubicBezTo>
                    <a:pt x="9072" y="2801"/>
                    <a:pt x="14507" y="-431"/>
                    <a:pt x="20778" y="539"/>
                  </a:cubicBezTo>
                  <a:cubicBezTo>
                    <a:pt x="20917" y="592"/>
                    <a:pt x="21057" y="539"/>
                    <a:pt x="21168" y="431"/>
                  </a:cubicBezTo>
                  <a:cubicBezTo>
                    <a:pt x="18102" y="7002"/>
                    <a:pt x="15037" y="13466"/>
                    <a:pt x="11971" y="19876"/>
                  </a:cubicBezTo>
                  <a:cubicBezTo>
                    <a:pt x="11469" y="20954"/>
                    <a:pt x="10745" y="20576"/>
                    <a:pt x="10104" y="20630"/>
                  </a:cubicBezTo>
                  <a:lnTo>
                    <a:pt x="516" y="21169"/>
                  </a:lnTo>
                  <a:cubicBezTo>
                    <a:pt x="-153" y="20576"/>
                    <a:pt x="-97" y="19338"/>
                    <a:pt x="265" y="18799"/>
                  </a:cubicBezTo>
                  <a:cubicBezTo>
                    <a:pt x="1742" y="16698"/>
                    <a:pt x="2773" y="13089"/>
                    <a:pt x="4836" y="12227"/>
                  </a:cubicBezTo>
                  <a:close/>
                  <a:moveTo>
                    <a:pt x="21391" y="0"/>
                  </a:moveTo>
                  <a:cubicBezTo>
                    <a:pt x="21447" y="108"/>
                    <a:pt x="21336" y="323"/>
                    <a:pt x="21168" y="431"/>
                  </a:cubicBezTo>
                  <a:cubicBezTo>
                    <a:pt x="21224" y="269"/>
                    <a:pt x="21308" y="108"/>
                    <a:pt x="21391" y="0"/>
                  </a:cubicBezTo>
                  <a:close/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6" name="形状">
              <a:extLst>
                <a:ext uri="{FF2B5EF4-FFF2-40B4-BE49-F238E27FC236}">
                  <a16:creationId xmlns:a16="http://schemas.microsoft.com/office/drawing/2014/main" id="{43A7CE2D-6754-2C33-0D49-510B908D51DD}"/>
                </a:ext>
              </a:extLst>
            </p:cNvPr>
            <p:cNvSpPr/>
            <p:nvPr/>
          </p:nvSpPr>
          <p:spPr>
            <a:xfrm>
              <a:off x="1874526" y="6190511"/>
              <a:ext cx="508890" cy="2442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268" extrusionOk="0">
                  <a:moveTo>
                    <a:pt x="11317" y="18033"/>
                  </a:moveTo>
                  <a:cubicBezTo>
                    <a:pt x="7601" y="18717"/>
                    <a:pt x="3912" y="17740"/>
                    <a:pt x="0" y="17202"/>
                  </a:cubicBezTo>
                  <a:cubicBezTo>
                    <a:pt x="587" y="15150"/>
                    <a:pt x="1621" y="14319"/>
                    <a:pt x="2403" y="13097"/>
                  </a:cubicBezTo>
                  <a:cubicBezTo>
                    <a:pt x="3828" y="10898"/>
                    <a:pt x="5617" y="9188"/>
                    <a:pt x="6678" y="6549"/>
                  </a:cubicBezTo>
                  <a:cubicBezTo>
                    <a:pt x="10646" y="-2883"/>
                    <a:pt x="16039" y="587"/>
                    <a:pt x="21600" y="782"/>
                  </a:cubicBezTo>
                  <a:cubicBezTo>
                    <a:pt x="19560" y="4007"/>
                    <a:pt x="17828" y="6695"/>
                    <a:pt x="16123" y="9383"/>
                  </a:cubicBezTo>
                  <a:cubicBezTo>
                    <a:pt x="15089" y="13244"/>
                    <a:pt x="13077" y="15443"/>
                    <a:pt x="11317" y="18033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7" name="形状">
              <a:extLst>
                <a:ext uri="{FF2B5EF4-FFF2-40B4-BE49-F238E27FC236}">
                  <a16:creationId xmlns:a16="http://schemas.microsoft.com/office/drawing/2014/main" id="{9626A587-53BD-7883-D122-C831A96A525B}"/>
                </a:ext>
              </a:extLst>
            </p:cNvPr>
            <p:cNvSpPr/>
            <p:nvPr/>
          </p:nvSpPr>
          <p:spPr>
            <a:xfrm>
              <a:off x="3837947" y="3048359"/>
              <a:ext cx="96855" cy="951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50" h="21600" extrusionOk="0">
                  <a:moveTo>
                    <a:pt x="14243" y="0"/>
                  </a:moveTo>
                  <a:cubicBezTo>
                    <a:pt x="14377" y="4624"/>
                    <a:pt x="14643" y="9204"/>
                    <a:pt x="16643" y="13769"/>
                  </a:cubicBezTo>
                  <a:cubicBezTo>
                    <a:pt x="17443" y="15603"/>
                    <a:pt x="17443" y="17453"/>
                    <a:pt x="19443" y="19288"/>
                  </a:cubicBezTo>
                  <a:cubicBezTo>
                    <a:pt x="20910" y="20675"/>
                    <a:pt x="14510" y="21152"/>
                    <a:pt x="2777" y="21600"/>
                  </a:cubicBezTo>
                  <a:cubicBezTo>
                    <a:pt x="2777" y="18706"/>
                    <a:pt x="3177" y="15931"/>
                    <a:pt x="2643" y="13187"/>
                  </a:cubicBezTo>
                  <a:cubicBezTo>
                    <a:pt x="2243" y="9651"/>
                    <a:pt x="1710" y="6131"/>
                    <a:pt x="110" y="2625"/>
                  </a:cubicBezTo>
                  <a:cubicBezTo>
                    <a:pt x="-690" y="1343"/>
                    <a:pt x="2777" y="522"/>
                    <a:pt x="14243" y="0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8" name="形状">
              <a:extLst>
                <a:ext uri="{FF2B5EF4-FFF2-40B4-BE49-F238E27FC236}">
                  <a16:creationId xmlns:a16="http://schemas.microsoft.com/office/drawing/2014/main" id="{3A755BFA-5859-49BA-F43C-ECF04E0DF7EA}"/>
                </a:ext>
              </a:extLst>
            </p:cNvPr>
            <p:cNvSpPr/>
            <p:nvPr/>
          </p:nvSpPr>
          <p:spPr>
            <a:xfrm>
              <a:off x="523780" y="4560378"/>
              <a:ext cx="449701" cy="327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0" h="20740" extrusionOk="0">
                  <a:moveTo>
                    <a:pt x="13841" y="45"/>
                  </a:moveTo>
                  <a:cubicBezTo>
                    <a:pt x="16625" y="-414"/>
                    <a:pt x="18308" y="2797"/>
                    <a:pt x="21000" y="3547"/>
                  </a:cubicBezTo>
                  <a:cubicBezTo>
                    <a:pt x="15554" y="9469"/>
                    <a:pt x="10169" y="14598"/>
                    <a:pt x="4815" y="19852"/>
                  </a:cubicBezTo>
                  <a:cubicBezTo>
                    <a:pt x="3469" y="21186"/>
                    <a:pt x="2521" y="21103"/>
                    <a:pt x="1817" y="19018"/>
                  </a:cubicBezTo>
                  <a:cubicBezTo>
                    <a:pt x="1052" y="16891"/>
                    <a:pt x="-600" y="15098"/>
                    <a:pt x="226" y="12304"/>
                  </a:cubicBezTo>
                  <a:cubicBezTo>
                    <a:pt x="440" y="10928"/>
                    <a:pt x="1175" y="10094"/>
                    <a:pt x="2031" y="9427"/>
                  </a:cubicBezTo>
                  <a:cubicBezTo>
                    <a:pt x="5213" y="6800"/>
                    <a:pt x="8487" y="4340"/>
                    <a:pt x="11424" y="1212"/>
                  </a:cubicBezTo>
                  <a:cubicBezTo>
                    <a:pt x="12127" y="462"/>
                    <a:pt x="13015" y="295"/>
                    <a:pt x="13841" y="45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49" name="形状">
              <a:extLst>
                <a:ext uri="{FF2B5EF4-FFF2-40B4-BE49-F238E27FC236}">
                  <a16:creationId xmlns:a16="http://schemas.microsoft.com/office/drawing/2014/main" id="{A37EBA73-440D-3B15-DEF3-3DBF784F408C}"/>
                </a:ext>
              </a:extLst>
            </p:cNvPr>
            <p:cNvSpPr/>
            <p:nvPr/>
          </p:nvSpPr>
          <p:spPr>
            <a:xfrm>
              <a:off x="3852723" y="5952195"/>
              <a:ext cx="99859" cy="9860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25" h="21525" extrusionOk="0">
                  <a:moveTo>
                    <a:pt x="19725" y="0"/>
                  </a:moveTo>
                  <a:cubicBezTo>
                    <a:pt x="15143" y="6884"/>
                    <a:pt x="19725" y="13683"/>
                    <a:pt x="18154" y="20496"/>
                  </a:cubicBezTo>
                  <a:cubicBezTo>
                    <a:pt x="18154" y="20797"/>
                    <a:pt x="18940" y="21112"/>
                    <a:pt x="16190" y="21327"/>
                  </a:cubicBezTo>
                  <a:cubicBezTo>
                    <a:pt x="14881" y="21442"/>
                    <a:pt x="13310" y="21600"/>
                    <a:pt x="11609" y="21485"/>
                  </a:cubicBezTo>
                  <a:cubicBezTo>
                    <a:pt x="10692" y="21428"/>
                    <a:pt x="10430" y="21241"/>
                    <a:pt x="10038" y="21112"/>
                  </a:cubicBezTo>
                  <a:cubicBezTo>
                    <a:pt x="9907" y="21041"/>
                    <a:pt x="9907" y="20955"/>
                    <a:pt x="9907" y="20883"/>
                  </a:cubicBezTo>
                  <a:cubicBezTo>
                    <a:pt x="11609" y="16767"/>
                    <a:pt x="5063" y="12722"/>
                    <a:pt x="1529" y="8634"/>
                  </a:cubicBezTo>
                  <a:cubicBezTo>
                    <a:pt x="874" y="7817"/>
                    <a:pt x="1267" y="6971"/>
                    <a:pt x="481" y="6153"/>
                  </a:cubicBezTo>
                  <a:cubicBezTo>
                    <a:pt x="-1875" y="3801"/>
                    <a:pt x="4409" y="1793"/>
                    <a:pt x="19725" y="0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0" name="形状">
              <a:extLst>
                <a:ext uri="{FF2B5EF4-FFF2-40B4-BE49-F238E27FC236}">
                  <a16:creationId xmlns:a16="http://schemas.microsoft.com/office/drawing/2014/main" id="{59C3399D-1C9C-3BE4-5093-03F6482AF81A}"/>
                </a:ext>
              </a:extLst>
            </p:cNvPr>
            <p:cNvSpPr/>
            <p:nvPr/>
          </p:nvSpPr>
          <p:spPr>
            <a:xfrm>
              <a:off x="1590801" y="6164491"/>
              <a:ext cx="497311" cy="241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260" extrusionOk="0">
                  <a:moveTo>
                    <a:pt x="0" y="15655"/>
                  </a:moveTo>
                  <a:cubicBezTo>
                    <a:pt x="2140" y="13079"/>
                    <a:pt x="4109" y="10602"/>
                    <a:pt x="6106" y="8125"/>
                  </a:cubicBezTo>
                  <a:cubicBezTo>
                    <a:pt x="6934" y="7134"/>
                    <a:pt x="7989" y="6341"/>
                    <a:pt x="8617" y="5004"/>
                  </a:cubicBezTo>
                  <a:cubicBezTo>
                    <a:pt x="12184" y="-2477"/>
                    <a:pt x="16635" y="347"/>
                    <a:pt x="21600" y="1437"/>
                  </a:cubicBezTo>
                  <a:cubicBezTo>
                    <a:pt x="19203" y="5103"/>
                    <a:pt x="17206" y="8224"/>
                    <a:pt x="15151" y="11295"/>
                  </a:cubicBezTo>
                  <a:cubicBezTo>
                    <a:pt x="9844" y="19123"/>
                    <a:pt x="9844" y="19123"/>
                    <a:pt x="3053" y="17191"/>
                  </a:cubicBezTo>
                  <a:cubicBezTo>
                    <a:pt x="2140" y="16894"/>
                    <a:pt x="1170" y="16894"/>
                    <a:pt x="0" y="15655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1" name="形状">
              <a:extLst>
                <a:ext uri="{FF2B5EF4-FFF2-40B4-BE49-F238E27FC236}">
                  <a16:creationId xmlns:a16="http://schemas.microsoft.com/office/drawing/2014/main" id="{96703A4F-30E4-0B36-9929-1D26C4E99FBA}"/>
                </a:ext>
              </a:extLst>
            </p:cNvPr>
            <p:cNvSpPr/>
            <p:nvPr/>
          </p:nvSpPr>
          <p:spPr>
            <a:xfrm>
              <a:off x="875083" y="7684709"/>
              <a:ext cx="645581" cy="4059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9" h="20087" extrusionOk="0">
                  <a:moveTo>
                    <a:pt x="504" y="15753"/>
                  </a:moveTo>
                  <a:cubicBezTo>
                    <a:pt x="5621" y="11479"/>
                    <a:pt x="10651" y="7010"/>
                    <a:pt x="15485" y="2022"/>
                  </a:cubicBezTo>
                  <a:cubicBezTo>
                    <a:pt x="18032" y="-633"/>
                    <a:pt x="18206" y="-568"/>
                    <a:pt x="21429" y="1601"/>
                  </a:cubicBezTo>
                  <a:cubicBezTo>
                    <a:pt x="19818" y="3026"/>
                    <a:pt x="18359" y="4386"/>
                    <a:pt x="16835" y="5585"/>
                  </a:cubicBezTo>
                  <a:cubicBezTo>
                    <a:pt x="12480" y="9082"/>
                    <a:pt x="8582" y="13422"/>
                    <a:pt x="4772" y="18052"/>
                  </a:cubicBezTo>
                  <a:cubicBezTo>
                    <a:pt x="2377" y="20967"/>
                    <a:pt x="2224" y="20805"/>
                    <a:pt x="177" y="17210"/>
                  </a:cubicBezTo>
                  <a:cubicBezTo>
                    <a:pt x="-171" y="16498"/>
                    <a:pt x="25" y="16045"/>
                    <a:pt x="504" y="15753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2" name="形状">
              <a:extLst>
                <a:ext uri="{FF2B5EF4-FFF2-40B4-BE49-F238E27FC236}">
                  <a16:creationId xmlns:a16="http://schemas.microsoft.com/office/drawing/2014/main" id="{68A81C42-3D26-B792-82C6-9CD72105BF66}"/>
                </a:ext>
              </a:extLst>
            </p:cNvPr>
            <p:cNvSpPr/>
            <p:nvPr/>
          </p:nvSpPr>
          <p:spPr>
            <a:xfrm>
              <a:off x="3758167" y="6140379"/>
              <a:ext cx="90273" cy="868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39" h="21480" extrusionOk="0">
                  <a:moveTo>
                    <a:pt x="13050" y="0"/>
                  </a:moveTo>
                  <a:cubicBezTo>
                    <a:pt x="15053" y="6577"/>
                    <a:pt x="17342" y="13025"/>
                    <a:pt x="19344" y="19489"/>
                  </a:cubicBezTo>
                  <a:cubicBezTo>
                    <a:pt x="19487" y="19895"/>
                    <a:pt x="21204" y="20398"/>
                    <a:pt x="18057" y="20707"/>
                  </a:cubicBezTo>
                  <a:cubicBezTo>
                    <a:pt x="14338" y="21097"/>
                    <a:pt x="9331" y="21600"/>
                    <a:pt x="4611" y="21454"/>
                  </a:cubicBezTo>
                  <a:cubicBezTo>
                    <a:pt x="605" y="21340"/>
                    <a:pt x="2894" y="20626"/>
                    <a:pt x="2894" y="20171"/>
                  </a:cubicBezTo>
                  <a:cubicBezTo>
                    <a:pt x="3323" y="14389"/>
                    <a:pt x="1893" y="8591"/>
                    <a:pt x="33" y="2810"/>
                  </a:cubicBezTo>
                  <a:cubicBezTo>
                    <a:pt x="-396" y="1510"/>
                    <a:pt x="3323" y="666"/>
                    <a:pt x="13050" y="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3" name="形状">
              <a:extLst>
                <a:ext uri="{FF2B5EF4-FFF2-40B4-BE49-F238E27FC236}">
                  <a16:creationId xmlns:a16="http://schemas.microsoft.com/office/drawing/2014/main" id="{7DEB41C9-F284-2D0E-ED3C-8A5CFEB663FD}"/>
                </a:ext>
              </a:extLst>
            </p:cNvPr>
            <p:cNvSpPr/>
            <p:nvPr/>
          </p:nvSpPr>
          <p:spPr>
            <a:xfrm>
              <a:off x="1333133" y="6118357"/>
              <a:ext cx="485733" cy="249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9" extrusionOk="0">
                  <a:moveTo>
                    <a:pt x="21600" y="2835"/>
                  </a:moveTo>
                  <a:cubicBezTo>
                    <a:pt x="17350" y="9377"/>
                    <a:pt x="13624" y="15073"/>
                    <a:pt x="9868" y="20882"/>
                  </a:cubicBezTo>
                  <a:cubicBezTo>
                    <a:pt x="9490" y="21502"/>
                    <a:pt x="9053" y="21502"/>
                    <a:pt x="8558" y="21333"/>
                  </a:cubicBezTo>
                  <a:cubicBezTo>
                    <a:pt x="5909" y="20036"/>
                    <a:pt x="3289" y="18682"/>
                    <a:pt x="0" y="17047"/>
                  </a:cubicBezTo>
                  <a:cubicBezTo>
                    <a:pt x="4308" y="11633"/>
                    <a:pt x="7860" y="6275"/>
                    <a:pt x="11295" y="522"/>
                  </a:cubicBezTo>
                  <a:cubicBezTo>
                    <a:pt x="11673" y="-98"/>
                    <a:pt x="12139" y="-42"/>
                    <a:pt x="12605" y="71"/>
                  </a:cubicBezTo>
                  <a:cubicBezTo>
                    <a:pt x="15399" y="974"/>
                    <a:pt x="18165" y="1763"/>
                    <a:pt x="21600" y="2835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4" name="形状">
              <a:extLst>
                <a:ext uri="{FF2B5EF4-FFF2-40B4-BE49-F238E27FC236}">
                  <a16:creationId xmlns:a16="http://schemas.microsoft.com/office/drawing/2014/main" id="{709E79E9-20B9-DC32-2CBA-F7C585C596EE}"/>
                </a:ext>
              </a:extLst>
            </p:cNvPr>
            <p:cNvSpPr/>
            <p:nvPr/>
          </p:nvSpPr>
          <p:spPr>
            <a:xfrm>
              <a:off x="3490020" y="5172270"/>
              <a:ext cx="177704" cy="402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3" h="21054" extrusionOk="0">
                  <a:moveTo>
                    <a:pt x="0" y="8719"/>
                  </a:moveTo>
                  <a:cubicBezTo>
                    <a:pt x="0" y="8788"/>
                    <a:pt x="159" y="8137"/>
                    <a:pt x="238" y="7519"/>
                  </a:cubicBezTo>
                  <a:cubicBezTo>
                    <a:pt x="1032" y="3577"/>
                    <a:pt x="8100" y="457"/>
                    <a:pt x="17153" y="11"/>
                  </a:cubicBezTo>
                  <a:cubicBezTo>
                    <a:pt x="19694" y="-92"/>
                    <a:pt x="19297" y="559"/>
                    <a:pt x="19297" y="1177"/>
                  </a:cubicBezTo>
                  <a:cubicBezTo>
                    <a:pt x="19138" y="6182"/>
                    <a:pt x="20171" y="11188"/>
                    <a:pt x="21441" y="16159"/>
                  </a:cubicBezTo>
                  <a:cubicBezTo>
                    <a:pt x="21600" y="16982"/>
                    <a:pt x="20885" y="17497"/>
                    <a:pt x="19218" y="17874"/>
                  </a:cubicBezTo>
                  <a:cubicBezTo>
                    <a:pt x="15168" y="18765"/>
                    <a:pt x="11038" y="19657"/>
                    <a:pt x="7226" y="20719"/>
                  </a:cubicBezTo>
                  <a:cubicBezTo>
                    <a:pt x="4209" y="21508"/>
                    <a:pt x="3653" y="20788"/>
                    <a:pt x="3335" y="19759"/>
                  </a:cubicBezTo>
                  <a:cubicBezTo>
                    <a:pt x="1747" y="16331"/>
                    <a:pt x="0" y="12902"/>
                    <a:pt x="0" y="8719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5" name="形状">
              <a:extLst>
                <a:ext uri="{FF2B5EF4-FFF2-40B4-BE49-F238E27FC236}">
                  <a16:creationId xmlns:a16="http://schemas.microsoft.com/office/drawing/2014/main" id="{22C654E5-7943-68D8-62B9-A5A466407BCE}"/>
                </a:ext>
              </a:extLst>
            </p:cNvPr>
            <p:cNvSpPr/>
            <p:nvPr/>
          </p:nvSpPr>
          <p:spPr>
            <a:xfrm>
              <a:off x="4108749" y="680126"/>
              <a:ext cx="72552" cy="1215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13" h="21600" extrusionOk="0">
                  <a:moveTo>
                    <a:pt x="813" y="21600"/>
                  </a:moveTo>
                  <a:cubicBezTo>
                    <a:pt x="2527" y="14944"/>
                    <a:pt x="-2787" y="8311"/>
                    <a:pt x="2184" y="1690"/>
                  </a:cubicBezTo>
                  <a:cubicBezTo>
                    <a:pt x="2699" y="804"/>
                    <a:pt x="6470" y="233"/>
                    <a:pt x="18813" y="0"/>
                  </a:cubicBezTo>
                  <a:cubicBezTo>
                    <a:pt x="16070" y="7216"/>
                    <a:pt x="9556" y="14419"/>
                    <a:pt x="813" y="21600"/>
                  </a:cubicBezTo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6" name="形状">
              <a:extLst>
                <a:ext uri="{FF2B5EF4-FFF2-40B4-BE49-F238E27FC236}">
                  <a16:creationId xmlns:a16="http://schemas.microsoft.com/office/drawing/2014/main" id="{D2EE5954-4718-990E-170C-42DB6ED9EAEA}"/>
                </a:ext>
              </a:extLst>
            </p:cNvPr>
            <p:cNvSpPr/>
            <p:nvPr/>
          </p:nvSpPr>
          <p:spPr>
            <a:xfrm>
              <a:off x="3495810" y="7712447"/>
              <a:ext cx="451416" cy="5059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600" extrusionOk="0">
                  <a:moveTo>
                    <a:pt x="21199" y="0"/>
                  </a:moveTo>
                  <a:cubicBezTo>
                    <a:pt x="21600" y="7442"/>
                    <a:pt x="12343" y="20005"/>
                    <a:pt x="0" y="21600"/>
                  </a:cubicBezTo>
                  <a:cubicBezTo>
                    <a:pt x="7961" y="14633"/>
                    <a:pt x="14750" y="7470"/>
                    <a:pt x="21199" y="0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7" name="形状">
              <a:extLst>
                <a:ext uri="{FF2B5EF4-FFF2-40B4-BE49-F238E27FC236}">
                  <a16:creationId xmlns:a16="http://schemas.microsoft.com/office/drawing/2014/main" id="{4FBA7D7B-59EB-ECD9-48DA-AB3F9D11F6B8}"/>
                </a:ext>
              </a:extLst>
            </p:cNvPr>
            <p:cNvSpPr/>
            <p:nvPr/>
          </p:nvSpPr>
          <p:spPr>
            <a:xfrm>
              <a:off x="1133367" y="6073448"/>
              <a:ext cx="416247" cy="221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507" extrusionOk="0">
                  <a:moveTo>
                    <a:pt x="0" y="14099"/>
                  </a:moveTo>
                  <a:cubicBezTo>
                    <a:pt x="4061" y="9594"/>
                    <a:pt x="7848" y="5320"/>
                    <a:pt x="11636" y="1047"/>
                  </a:cubicBezTo>
                  <a:cubicBezTo>
                    <a:pt x="12591" y="-108"/>
                    <a:pt x="13547" y="-224"/>
                    <a:pt x="14639" y="296"/>
                  </a:cubicBezTo>
                  <a:cubicBezTo>
                    <a:pt x="16789" y="1278"/>
                    <a:pt x="18938" y="1971"/>
                    <a:pt x="21600" y="3010"/>
                  </a:cubicBezTo>
                  <a:cubicBezTo>
                    <a:pt x="19109" y="7342"/>
                    <a:pt x="16482" y="10460"/>
                    <a:pt x="13991" y="13695"/>
                  </a:cubicBezTo>
                  <a:cubicBezTo>
                    <a:pt x="7951" y="21376"/>
                    <a:pt x="7200" y="21376"/>
                    <a:pt x="0" y="14099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8" name="形状">
              <a:extLst>
                <a:ext uri="{FF2B5EF4-FFF2-40B4-BE49-F238E27FC236}">
                  <a16:creationId xmlns:a16="http://schemas.microsoft.com/office/drawing/2014/main" id="{21663FEA-3DC3-6BA8-DB55-A42E959D730B}"/>
                </a:ext>
              </a:extLst>
            </p:cNvPr>
            <p:cNvSpPr/>
            <p:nvPr/>
          </p:nvSpPr>
          <p:spPr>
            <a:xfrm>
              <a:off x="3465848" y="7171786"/>
              <a:ext cx="138713" cy="350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9" h="20306" extrusionOk="0">
                  <a:moveTo>
                    <a:pt x="21210" y="8745"/>
                  </a:moveTo>
                  <a:cubicBezTo>
                    <a:pt x="21210" y="9960"/>
                    <a:pt x="21210" y="11137"/>
                    <a:pt x="21210" y="12313"/>
                  </a:cubicBezTo>
                  <a:cubicBezTo>
                    <a:pt x="21311" y="18008"/>
                    <a:pt x="20804" y="18235"/>
                    <a:pt x="6607" y="20095"/>
                  </a:cubicBezTo>
                  <a:cubicBezTo>
                    <a:pt x="2956" y="20551"/>
                    <a:pt x="2043" y="20323"/>
                    <a:pt x="1942" y="18881"/>
                  </a:cubicBezTo>
                  <a:cubicBezTo>
                    <a:pt x="1536" y="14249"/>
                    <a:pt x="826" y="9580"/>
                    <a:pt x="15" y="4949"/>
                  </a:cubicBezTo>
                  <a:cubicBezTo>
                    <a:pt x="-289" y="3013"/>
                    <a:pt x="3970" y="2747"/>
                    <a:pt x="6810" y="2064"/>
                  </a:cubicBezTo>
                  <a:cubicBezTo>
                    <a:pt x="20094" y="-1049"/>
                    <a:pt x="20094" y="-1049"/>
                    <a:pt x="20601" y="4911"/>
                  </a:cubicBezTo>
                  <a:cubicBezTo>
                    <a:pt x="20703" y="6164"/>
                    <a:pt x="20601" y="7454"/>
                    <a:pt x="20601" y="8745"/>
                  </a:cubicBezTo>
                  <a:cubicBezTo>
                    <a:pt x="20905" y="8745"/>
                    <a:pt x="21108" y="8745"/>
                    <a:pt x="21210" y="8745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59" name="形状">
              <a:extLst>
                <a:ext uri="{FF2B5EF4-FFF2-40B4-BE49-F238E27FC236}">
                  <a16:creationId xmlns:a16="http://schemas.microsoft.com/office/drawing/2014/main" id="{22D9BB06-2E9A-7DB3-B030-86C581CB45A4}"/>
                </a:ext>
              </a:extLst>
            </p:cNvPr>
            <p:cNvSpPr/>
            <p:nvPr/>
          </p:nvSpPr>
          <p:spPr>
            <a:xfrm>
              <a:off x="811532" y="7643448"/>
              <a:ext cx="538317" cy="392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15" h="20807" extrusionOk="0">
                  <a:moveTo>
                    <a:pt x="2970" y="19202"/>
                  </a:moveTo>
                  <a:cubicBezTo>
                    <a:pt x="2845" y="19760"/>
                    <a:pt x="2694" y="20284"/>
                    <a:pt x="2594" y="20807"/>
                  </a:cubicBezTo>
                  <a:cubicBezTo>
                    <a:pt x="-1085" y="15677"/>
                    <a:pt x="-835" y="16550"/>
                    <a:pt x="3245" y="13095"/>
                  </a:cubicBezTo>
                  <a:cubicBezTo>
                    <a:pt x="7825" y="9292"/>
                    <a:pt x="12331" y="5383"/>
                    <a:pt x="16510" y="777"/>
                  </a:cubicBezTo>
                  <a:cubicBezTo>
                    <a:pt x="17912" y="-793"/>
                    <a:pt x="18913" y="393"/>
                    <a:pt x="20515" y="1056"/>
                  </a:cubicBezTo>
                  <a:cubicBezTo>
                    <a:pt x="17587" y="3848"/>
                    <a:pt x="14984" y="6395"/>
                    <a:pt x="12331" y="8803"/>
                  </a:cubicBezTo>
                  <a:cubicBezTo>
                    <a:pt x="9402" y="11420"/>
                    <a:pt x="6474" y="14037"/>
                    <a:pt x="3821" y="17213"/>
                  </a:cubicBezTo>
                  <a:cubicBezTo>
                    <a:pt x="3395" y="17736"/>
                    <a:pt x="2594" y="17981"/>
                    <a:pt x="2970" y="19202"/>
                  </a:cubicBezTo>
                </a:path>
              </a:pathLst>
            </a:custGeom>
            <a:solidFill>
              <a:srgbClr val="FAFAF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0" name="形状">
              <a:extLst>
                <a:ext uri="{FF2B5EF4-FFF2-40B4-BE49-F238E27FC236}">
                  <a16:creationId xmlns:a16="http://schemas.microsoft.com/office/drawing/2014/main" id="{7093F8E8-81A9-9D81-2DD1-5D5A9F121F41}"/>
                </a:ext>
              </a:extLst>
            </p:cNvPr>
            <p:cNvSpPr/>
            <p:nvPr/>
          </p:nvSpPr>
          <p:spPr>
            <a:xfrm>
              <a:off x="3492915" y="5740849"/>
              <a:ext cx="454617" cy="5146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7" h="21600" extrusionOk="0">
                  <a:moveTo>
                    <a:pt x="21081" y="0"/>
                  </a:moveTo>
                  <a:cubicBezTo>
                    <a:pt x="21600" y="6474"/>
                    <a:pt x="9410" y="18983"/>
                    <a:pt x="0" y="21600"/>
                  </a:cubicBezTo>
                  <a:cubicBezTo>
                    <a:pt x="8188" y="15015"/>
                    <a:pt x="14054" y="7301"/>
                    <a:pt x="21081" y="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1" name="形状">
              <a:extLst>
                <a:ext uri="{FF2B5EF4-FFF2-40B4-BE49-F238E27FC236}">
                  <a16:creationId xmlns:a16="http://schemas.microsoft.com/office/drawing/2014/main" id="{CCD437BC-E93E-7A2E-F244-127BB7E41D75}"/>
                </a:ext>
              </a:extLst>
            </p:cNvPr>
            <p:cNvSpPr/>
            <p:nvPr/>
          </p:nvSpPr>
          <p:spPr>
            <a:xfrm>
              <a:off x="756793" y="7607261"/>
              <a:ext cx="468564" cy="3192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6" h="19887" extrusionOk="0">
                  <a:moveTo>
                    <a:pt x="6904" y="9847"/>
                  </a:moveTo>
                  <a:cubicBezTo>
                    <a:pt x="10387" y="7551"/>
                    <a:pt x="12934" y="3289"/>
                    <a:pt x="16475" y="1035"/>
                  </a:cubicBezTo>
                  <a:cubicBezTo>
                    <a:pt x="18407" y="-277"/>
                    <a:pt x="18348" y="-482"/>
                    <a:pt x="20836" y="1239"/>
                  </a:cubicBezTo>
                  <a:cubicBezTo>
                    <a:pt x="17324" y="5420"/>
                    <a:pt x="13607" y="8904"/>
                    <a:pt x="9890" y="12429"/>
                  </a:cubicBezTo>
                  <a:cubicBezTo>
                    <a:pt x="7753" y="14519"/>
                    <a:pt x="5558" y="16487"/>
                    <a:pt x="3304" y="18331"/>
                  </a:cubicBezTo>
                  <a:cubicBezTo>
                    <a:pt x="2631" y="18864"/>
                    <a:pt x="2016" y="21118"/>
                    <a:pt x="963" y="18987"/>
                  </a:cubicBezTo>
                  <a:cubicBezTo>
                    <a:pt x="231" y="17511"/>
                    <a:pt x="-764" y="15995"/>
                    <a:pt x="934" y="14437"/>
                  </a:cubicBezTo>
                  <a:cubicBezTo>
                    <a:pt x="2280" y="11281"/>
                    <a:pt x="4680" y="10830"/>
                    <a:pt x="6904" y="9847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2" name="形状">
              <a:extLst>
                <a:ext uri="{FF2B5EF4-FFF2-40B4-BE49-F238E27FC236}">
                  <a16:creationId xmlns:a16="http://schemas.microsoft.com/office/drawing/2014/main" id="{AB1F60DC-38F8-F856-9247-707187844F2E}"/>
                </a:ext>
              </a:extLst>
            </p:cNvPr>
            <p:cNvSpPr/>
            <p:nvPr/>
          </p:nvSpPr>
          <p:spPr>
            <a:xfrm>
              <a:off x="965448" y="6008166"/>
              <a:ext cx="361240" cy="205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35" extrusionOk="0">
                  <a:moveTo>
                    <a:pt x="21600" y="4651"/>
                  </a:moveTo>
                  <a:cubicBezTo>
                    <a:pt x="16887" y="10118"/>
                    <a:pt x="12528" y="15185"/>
                    <a:pt x="8247" y="20118"/>
                  </a:cubicBezTo>
                  <a:cubicBezTo>
                    <a:pt x="7540" y="20918"/>
                    <a:pt x="6912" y="20918"/>
                    <a:pt x="6205" y="20251"/>
                  </a:cubicBezTo>
                  <a:cubicBezTo>
                    <a:pt x="4163" y="18451"/>
                    <a:pt x="1964" y="16918"/>
                    <a:pt x="0" y="14185"/>
                  </a:cubicBezTo>
                  <a:cubicBezTo>
                    <a:pt x="3535" y="8385"/>
                    <a:pt x="7580" y="4318"/>
                    <a:pt x="11743" y="518"/>
                  </a:cubicBezTo>
                  <a:cubicBezTo>
                    <a:pt x="12999" y="-682"/>
                    <a:pt x="13942" y="518"/>
                    <a:pt x="14963" y="985"/>
                  </a:cubicBezTo>
                  <a:cubicBezTo>
                    <a:pt x="17005" y="2118"/>
                    <a:pt x="19008" y="3251"/>
                    <a:pt x="21600" y="4651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3" name="形状">
              <a:extLst>
                <a:ext uri="{FF2B5EF4-FFF2-40B4-BE49-F238E27FC236}">
                  <a16:creationId xmlns:a16="http://schemas.microsoft.com/office/drawing/2014/main" id="{86D090DA-230D-478E-960F-84DF10185CEA}"/>
                </a:ext>
              </a:extLst>
            </p:cNvPr>
            <p:cNvSpPr/>
            <p:nvPr/>
          </p:nvSpPr>
          <p:spPr>
            <a:xfrm>
              <a:off x="3667799" y="8204622"/>
              <a:ext cx="102401" cy="43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5" h="21371" extrusionOk="0">
                  <a:moveTo>
                    <a:pt x="21355" y="0"/>
                  </a:moveTo>
                  <a:cubicBezTo>
                    <a:pt x="21355" y="6602"/>
                    <a:pt x="21355" y="12627"/>
                    <a:pt x="21355" y="18620"/>
                  </a:cubicBezTo>
                  <a:cubicBezTo>
                    <a:pt x="21355" y="20703"/>
                    <a:pt x="13476" y="20767"/>
                    <a:pt x="8042" y="21312"/>
                  </a:cubicBezTo>
                  <a:cubicBezTo>
                    <a:pt x="5325" y="21600"/>
                    <a:pt x="5325" y="20767"/>
                    <a:pt x="5189" y="20318"/>
                  </a:cubicBezTo>
                  <a:cubicBezTo>
                    <a:pt x="3287" y="14774"/>
                    <a:pt x="1793" y="9262"/>
                    <a:pt x="27" y="3718"/>
                  </a:cubicBezTo>
                  <a:cubicBezTo>
                    <a:pt x="-245" y="2820"/>
                    <a:pt x="1521" y="2372"/>
                    <a:pt x="4781" y="2019"/>
                  </a:cubicBezTo>
                  <a:cubicBezTo>
                    <a:pt x="9264" y="1602"/>
                    <a:pt x="13612" y="993"/>
                    <a:pt x="21355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4" name="形状">
              <a:extLst>
                <a:ext uri="{FF2B5EF4-FFF2-40B4-BE49-F238E27FC236}">
                  <a16:creationId xmlns:a16="http://schemas.microsoft.com/office/drawing/2014/main" id="{E6799974-832D-BBF3-3E11-D1A4695C89F4}"/>
                </a:ext>
              </a:extLst>
            </p:cNvPr>
            <p:cNvSpPr/>
            <p:nvPr/>
          </p:nvSpPr>
          <p:spPr>
            <a:xfrm>
              <a:off x="3536054" y="5577368"/>
              <a:ext cx="155364" cy="304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17" h="20157" extrusionOk="0">
                  <a:moveTo>
                    <a:pt x="4603" y="20157"/>
                  </a:moveTo>
                  <a:cubicBezTo>
                    <a:pt x="3041" y="15236"/>
                    <a:pt x="1740" y="10272"/>
                    <a:pt x="92" y="5307"/>
                  </a:cubicBezTo>
                  <a:cubicBezTo>
                    <a:pt x="-342" y="3870"/>
                    <a:pt x="786" y="3304"/>
                    <a:pt x="3041" y="2651"/>
                  </a:cubicBezTo>
                  <a:cubicBezTo>
                    <a:pt x="17788" y="-1443"/>
                    <a:pt x="18135" y="-1356"/>
                    <a:pt x="19783" y="6918"/>
                  </a:cubicBezTo>
                  <a:cubicBezTo>
                    <a:pt x="19957" y="7746"/>
                    <a:pt x="20130" y="8486"/>
                    <a:pt x="20217" y="9313"/>
                  </a:cubicBezTo>
                  <a:cubicBezTo>
                    <a:pt x="21258" y="16107"/>
                    <a:pt x="18569" y="18023"/>
                    <a:pt x="4603" y="20157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5" name="形状">
              <a:extLst>
                <a:ext uri="{FF2B5EF4-FFF2-40B4-BE49-F238E27FC236}">
                  <a16:creationId xmlns:a16="http://schemas.microsoft.com/office/drawing/2014/main" id="{42CC0C60-C52E-A83E-F133-7922EEF84733}"/>
                </a:ext>
              </a:extLst>
            </p:cNvPr>
            <p:cNvSpPr/>
            <p:nvPr/>
          </p:nvSpPr>
          <p:spPr>
            <a:xfrm>
              <a:off x="3691302" y="5083649"/>
              <a:ext cx="112976" cy="390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3" h="21464" extrusionOk="0">
                  <a:moveTo>
                    <a:pt x="18123" y="216"/>
                  </a:moveTo>
                  <a:cubicBezTo>
                    <a:pt x="18730" y="3354"/>
                    <a:pt x="19215" y="6527"/>
                    <a:pt x="19701" y="9736"/>
                  </a:cubicBezTo>
                  <a:cubicBezTo>
                    <a:pt x="20065" y="12441"/>
                    <a:pt x="20550" y="15217"/>
                    <a:pt x="20672" y="17922"/>
                  </a:cubicBezTo>
                  <a:cubicBezTo>
                    <a:pt x="20793" y="19653"/>
                    <a:pt x="13512" y="21600"/>
                    <a:pt x="7809" y="21456"/>
                  </a:cubicBezTo>
                  <a:cubicBezTo>
                    <a:pt x="4290" y="21420"/>
                    <a:pt x="5018" y="20554"/>
                    <a:pt x="4775" y="20049"/>
                  </a:cubicBezTo>
                  <a:cubicBezTo>
                    <a:pt x="3076" y="14965"/>
                    <a:pt x="1135" y="9917"/>
                    <a:pt x="42" y="4832"/>
                  </a:cubicBezTo>
                  <a:cubicBezTo>
                    <a:pt x="-807" y="1478"/>
                    <a:pt x="11449" y="1911"/>
                    <a:pt x="15818" y="0"/>
                  </a:cubicBezTo>
                  <a:cubicBezTo>
                    <a:pt x="16546" y="72"/>
                    <a:pt x="17395" y="144"/>
                    <a:pt x="18123" y="216"/>
                  </a:cubicBezTo>
                </a:path>
              </a:pathLst>
            </a:custGeom>
            <a:solidFill>
              <a:srgbClr val="F9F9F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6" name="形状">
              <a:extLst>
                <a:ext uri="{FF2B5EF4-FFF2-40B4-BE49-F238E27FC236}">
                  <a16:creationId xmlns:a16="http://schemas.microsoft.com/office/drawing/2014/main" id="{64EEC7C6-FD5B-20B3-1A1E-A54C892126A9}"/>
                </a:ext>
              </a:extLst>
            </p:cNvPr>
            <p:cNvSpPr/>
            <p:nvPr/>
          </p:nvSpPr>
          <p:spPr>
            <a:xfrm>
              <a:off x="3916865" y="4854933"/>
              <a:ext cx="89533" cy="5140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2" h="21575" extrusionOk="0">
                  <a:moveTo>
                    <a:pt x="20078" y="0"/>
                  </a:moveTo>
                  <a:cubicBezTo>
                    <a:pt x="18853" y="5579"/>
                    <a:pt x="20078" y="10773"/>
                    <a:pt x="20998" y="15939"/>
                  </a:cubicBezTo>
                  <a:cubicBezTo>
                    <a:pt x="21304" y="17643"/>
                    <a:pt x="18547" y="19237"/>
                    <a:pt x="16249" y="20831"/>
                  </a:cubicBezTo>
                  <a:cubicBezTo>
                    <a:pt x="15636" y="21270"/>
                    <a:pt x="13491" y="21600"/>
                    <a:pt x="11040" y="21573"/>
                  </a:cubicBezTo>
                  <a:cubicBezTo>
                    <a:pt x="8436" y="21573"/>
                    <a:pt x="8742" y="21078"/>
                    <a:pt x="8436" y="20748"/>
                  </a:cubicBezTo>
                  <a:cubicBezTo>
                    <a:pt x="5985" y="16544"/>
                    <a:pt x="623" y="12394"/>
                    <a:pt x="10" y="8107"/>
                  </a:cubicBezTo>
                  <a:cubicBezTo>
                    <a:pt x="-296" y="4919"/>
                    <a:pt x="6138" y="2446"/>
                    <a:pt x="20078" y="0"/>
                  </a:cubicBezTo>
                </a:path>
              </a:pathLst>
            </a:custGeom>
            <a:solidFill>
              <a:srgbClr val="FAFAF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7" name="形状">
              <a:extLst>
                <a:ext uri="{FF2B5EF4-FFF2-40B4-BE49-F238E27FC236}">
                  <a16:creationId xmlns:a16="http://schemas.microsoft.com/office/drawing/2014/main" id="{12B3769B-75D2-90B7-B712-A76B9B733E22}"/>
                </a:ext>
              </a:extLst>
            </p:cNvPr>
            <p:cNvSpPr/>
            <p:nvPr/>
          </p:nvSpPr>
          <p:spPr>
            <a:xfrm>
              <a:off x="756478" y="7548995"/>
              <a:ext cx="353075" cy="265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5" h="20080" extrusionOk="0">
                  <a:moveTo>
                    <a:pt x="14" y="19962"/>
                  </a:moveTo>
                  <a:cubicBezTo>
                    <a:pt x="-145" y="15949"/>
                    <a:pt x="1009" y="12828"/>
                    <a:pt x="3793" y="10549"/>
                  </a:cubicBezTo>
                  <a:cubicBezTo>
                    <a:pt x="6737" y="8171"/>
                    <a:pt x="9879" y="5991"/>
                    <a:pt x="12226" y="2623"/>
                  </a:cubicBezTo>
                  <a:cubicBezTo>
                    <a:pt x="14136" y="-53"/>
                    <a:pt x="16085" y="-994"/>
                    <a:pt x="18670" y="1285"/>
                  </a:cubicBezTo>
                  <a:cubicBezTo>
                    <a:pt x="19307" y="1879"/>
                    <a:pt x="20182" y="2078"/>
                    <a:pt x="21455" y="2771"/>
                  </a:cubicBezTo>
                  <a:cubicBezTo>
                    <a:pt x="16801" y="7180"/>
                    <a:pt x="12385" y="11292"/>
                    <a:pt x="8010" y="15503"/>
                  </a:cubicBezTo>
                  <a:cubicBezTo>
                    <a:pt x="5742" y="18525"/>
                    <a:pt x="1963" y="20606"/>
                    <a:pt x="14" y="19962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8" name="形状">
              <a:extLst>
                <a:ext uri="{FF2B5EF4-FFF2-40B4-BE49-F238E27FC236}">
                  <a16:creationId xmlns:a16="http://schemas.microsoft.com/office/drawing/2014/main" id="{A4BAFF89-8A78-D082-D348-E1BC32FB0705}"/>
                </a:ext>
              </a:extLst>
            </p:cNvPr>
            <p:cNvSpPr/>
            <p:nvPr/>
          </p:nvSpPr>
          <p:spPr>
            <a:xfrm>
              <a:off x="3555718" y="4180696"/>
              <a:ext cx="140031" cy="296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02" h="20515" extrusionOk="0">
                  <a:moveTo>
                    <a:pt x="18327" y="8535"/>
                  </a:moveTo>
                  <a:cubicBezTo>
                    <a:pt x="18327" y="9219"/>
                    <a:pt x="18327" y="9948"/>
                    <a:pt x="18327" y="10677"/>
                  </a:cubicBezTo>
                  <a:cubicBezTo>
                    <a:pt x="18674" y="17422"/>
                    <a:pt x="18327" y="17649"/>
                    <a:pt x="6182" y="20156"/>
                  </a:cubicBezTo>
                  <a:cubicBezTo>
                    <a:pt x="2192" y="20976"/>
                    <a:pt x="1411" y="20384"/>
                    <a:pt x="1411" y="18470"/>
                  </a:cubicBezTo>
                  <a:cubicBezTo>
                    <a:pt x="1498" y="16692"/>
                    <a:pt x="1932" y="14779"/>
                    <a:pt x="978" y="13138"/>
                  </a:cubicBezTo>
                  <a:cubicBezTo>
                    <a:pt x="-2926" y="6576"/>
                    <a:pt x="5575" y="3660"/>
                    <a:pt x="13903" y="606"/>
                  </a:cubicBezTo>
                  <a:cubicBezTo>
                    <a:pt x="17026" y="-624"/>
                    <a:pt x="17720" y="151"/>
                    <a:pt x="17720" y="1746"/>
                  </a:cubicBezTo>
                  <a:cubicBezTo>
                    <a:pt x="17720" y="3979"/>
                    <a:pt x="17720" y="6257"/>
                    <a:pt x="17720" y="8535"/>
                  </a:cubicBezTo>
                  <a:cubicBezTo>
                    <a:pt x="17980" y="8535"/>
                    <a:pt x="18154" y="8535"/>
                    <a:pt x="18327" y="8535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69" name="形状">
              <a:extLst>
                <a:ext uri="{FF2B5EF4-FFF2-40B4-BE49-F238E27FC236}">
                  <a16:creationId xmlns:a16="http://schemas.microsoft.com/office/drawing/2014/main" id="{9A199DF4-1EE2-CE56-BCC1-307092B7931A}"/>
                </a:ext>
              </a:extLst>
            </p:cNvPr>
            <p:cNvSpPr/>
            <p:nvPr/>
          </p:nvSpPr>
          <p:spPr>
            <a:xfrm>
              <a:off x="514674" y="4492846"/>
              <a:ext cx="293768" cy="248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1" h="19732" extrusionOk="0">
                  <a:moveTo>
                    <a:pt x="228" y="16950"/>
                  </a:moveTo>
                  <a:cubicBezTo>
                    <a:pt x="1690" y="9558"/>
                    <a:pt x="5558" y="4158"/>
                    <a:pt x="11642" y="855"/>
                  </a:cubicBezTo>
                  <a:cubicBezTo>
                    <a:pt x="15273" y="-1137"/>
                    <a:pt x="18952" y="436"/>
                    <a:pt x="21121" y="4682"/>
                  </a:cubicBezTo>
                  <a:cubicBezTo>
                    <a:pt x="18433" y="8143"/>
                    <a:pt x="14849" y="10187"/>
                    <a:pt x="11594" y="12704"/>
                  </a:cubicBezTo>
                  <a:cubicBezTo>
                    <a:pt x="8718" y="15011"/>
                    <a:pt x="5511" y="16846"/>
                    <a:pt x="2492" y="18943"/>
                  </a:cubicBezTo>
                  <a:cubicBezTo>
                    <a:pt x="511" y="20463"/>
                    <a:pt x="-479" y="19781"/>
                    <a:pt x="228" y="16950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0" name="形状">
              <a:extLst>
                <a:ext uri="{FF2B5EF4-FFF2-40B4-BE49-F238E27FC236}">
                  <a16:creationId xmlns:a16="http://schemas.microsoft.com/office/drawing/2014/main" id="{99F3252F-227C-A3F2-6707-D1A5A1F01327}"/>
                </a:ext>
              </a:extLst>
            </p:cNvPr>
            <p:cNvSpPr/>
            <p:nvPr/>
          </p:nvSpPr>
          <p:spPr>
            <a:xfrm>
              <a:off x="3874894" y="7970115"/>
              <a:ext cx="85846" cy="5632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62" h="21576" extrusionOk="0">
                  <a:moveTo>
                    <a:pt x="17938" y="0"/>
                  </a:moveTo>
                  <a:cubicBezTo>
                    <a:pt x="11787" y="6175"/>
                    <a:pt x="19082" y="12123"/>
                    <a:pt x="18939" y="18097"/>
                  </a:cubicBezTo>
                  <a:cubicBezTo>
                    <a:pt x="18939" y="18954"/>
                    <a:pt x="19082" y="19811"/>
                    <a:pt x="18653" y="20667"/>
                  </a:cubicBezTo>
                  <a:cubicBezTo>
                    <a:pt x="18367" y="21298"/>
                    <a:pt x="15077" y="21550"/>
                    <a:pt x="12216" y="21575"/>
                  </a:cubicBezTo>
                  <a:cubicBezTo>
                    <a:pt x="7924" y="21600"/>
                    <a:pt x="9212" y="20919"/>
                    <a:pt x="9355" y="20516"/>
                  </a:cubicBezTo>
                  <a:cubicBezTo>
                    <a:pt x="9927" y="17063"/>
                    <a:pt x="5779" y="13711"/>
                    <a:pt x="2346" y="10334"/>
                  </a:cubicBezTo>
                  <a:cubicBezTo>
                    <a:pt x="-2518" y="5318"/>
                    <a:pt x="-944" y="4436"/>
                    <a:pt x="17938" y="0"/>
                  </a:cubicBezTo>
                </a:path>
              </a:pathLst>
            </a:custGeom>
            <a:solidFill>
              <a:srgbClr val="FAFAF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1" name="形状">
              <a:extLst>
                <a:ext uri="{FF2B5EF4-FFF2-40B4-BE49-F238E27FC236}">
                  <a16:creationId xmlns:a16="http://schemas.microsoft.com/office/drawing/2014/main" id="{2893316B-4B3E-3373-7A65-00D9CF62E891}"/>
                </a:ext>
              </a:extLst>
            </p:cNvPr>
            <p:cNvSpPr/>
            <p:nvPr/>
          </p:nvSpPr>
          <p:spPr>
            <a:xfrm>
              <a:off x="3528315" y="8740871"/>
              <a:ext cx="125425" cy="275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8" h="21228" extrusionOk="0">
                  <a:moveTo>
                    <a:pt x="21375" y="9186"/>
                  </a:moveTo>
                  <a:cubicBezTo>
                    <a:pt x="21375" y="10195"/>
                    <a:pt x="21375" y="11255"/>
                    <a:pt x="21375" y="12314"/>
                  </a:cubicBezTo>
                  <a:cubicBezTo>
                    <a:pt x="21488" y="18270"/>
                    <a:pt x="18788" y="19632"/>
                    <a:pt x="5738" y="21096"/>
                  </a:cubicBezTo>
                  <a:cubicBezTo>
                    <a:pt x="1801" y="21550"/>
                    <a:pt x="1238" y="20793"/>
                    <a:pt x="1126" y="19380"/>
                  </a:cubicBezTo>
                  <a:cubicBezTo>
                    <a:pt x="901" y="15443"/>
                    <a:pt x="338" y="11507"/>
                    <a:pt x="1" y="7571"/>
                  </a:cubicBezTo>
                  <a:cubicBezTo>
                    <a:pt x="-112" y="5754"/>
                    <a:pt x="14288" y="-50"/>
                    <a:pt x="18338" y="0"/>
                  </a:cubicBezTo>
                  <a:cubicBezTo>
                    <a:pt x="21038" y="51"/>
                    <a:pt x="20701" y="1010"/>
                    <a:pt x="20701" y="1716"/>
                  </a:cubicBezTo>
                  <a:cubicBezTo>
                    <a:pt x="20813" y="4189"/>
                    <a:pt x="20701" y="6763"/>
                    <a:pt x="20701" y="9236"/>
                  </a:cubicBezTo>
                  <a:cubicBezTo>
                    <a:pt x="20925" y="9186"/>
                    <a:pt x="21150" y="9186"/>
                    <a:pt x="21375" y="9186"/>
                  </a:cubicBezTo>
                </a:path>
              </a:pathLst>
            </a:custGeom>
            <a:solidFill>
              <a:srgbClr val="FCFCF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2" name="形状">
              <a:extLst>
                <a:ext uri="{FF2B5EF4-FFF2-40B4-BE49-F238E27FC236}">
                  <a16:creationId xmlns:a16="http://schemas.microsoft.com/office/drawing/2014/main" id="{FED47A2F-D9E3-BE4A-0014-81DC9C5CF44D}"/>
                </a:ext>
              </a:extLst>
            </p:cNvPr>
            <p:cNvSpPr/>
            <p:nvPr/>
          </p:nvSpPr>
          <p:spPr>
            <a:xfrm>
              <a:off x="3824347" y="4999690"/>
              <a:ext cx="77628" cy="423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53" h="21535" extrusionOk="0">
                  <a:moveTo>
                    <a:pt x="15911" y="0"/>
                  </a:moveTo>
                  <a:cubicBezTo>
                    <a:pt x="16076" y="6520"/>
                    <a:pt x="20528" y="12773"/>
                    <a:pt x="19209" y="19059"/>
                  </a:cubicBezTo>
                  <a:cubicBezTo>
                    <a:pt x="18879" y="20864"/>
                    <a:pt x="13933" y="21500"/>
                    <a:pt x="7667" y="21533"/>
                  </a:cubicBezTo>
                  <a:cubicBezTo>
                    <a:pt x="247" y="21600"/>
                    <a:pt x="3710" y="20129"/>
                    <a:pt x="3545" y="19360"/>
                  </a:cubicBezTo>
                  <a:cubicBezTo>
                    <a:pt x="2226" y="14879"/>
                    <a:pt x="2391" y="10399"/>
                    <a:pt x="247" y="5985"/>
                  </a:cubicBezTo>
                  <a:cubicBezTo>
                    <a:pt x="-1072" y="3310"/>
                    <a:pt x="2720" y="1471"/>
                    <a:pt x="15911" y="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3" name="形状">
              <a:extLst>
                <a:ext uri="{FF2B5EF4-FFF2-40B4-BE49-F238E27FC236}">
                  <a16:creationId xmlns:a16="http://schemas.microsoft.com/office/drawing/2014/main" id="{F43FAA04-14F8-3575-47A2-80AFE59D9BB7}"/>
                </a:ext>
              </a:extLst>
            </p:cNvPr>
            <p:cNvSpPr/>
            <p:nvPr/>
          </p:nvSpPr>
          <p:spPr>
            <a:xfrm>
              <a:off x="3794642" y="8140929"/>
              <a:ext cx="74438" cy="448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40" h="21600" extrusionOk="0">
                  <a:moveTo>
                    <a:pt x="184" y="21346"/>
                  </a:moveTo>
                  <a:cubicBezTo>
                    <a:pt x="184" y="15383"/>
                    <a:pt x="544" y="9357"/>
                    <a:pt x="4" y="3394"/>
                  </a:cubicBezTo>
                  <a:cubicBezTo>
                    <a:pt x="-176" y="1681"/>
                    <a:pt x="5584" y="983"/>
                    <a:pt x="13504" y="0"/>
                  </a:cubicBezTo>
                  <a:cubicBezTo>
                    <a:pt x="16024" y="6566"/>
                    <a:pt x="18184" y="12846"/>
                    <a:pt x="20704" y="19094"/>
                  </a:cubicBezTo>
                  <a:cubicBezTo>
                    <a:pt x="21424" y="21188"/>
                    <a:pt x="11164" y="20966"/>
                    <a:pt x="5224" y="21600"/>
                  </a:cubicBezTo>
                  <a:cubicBezTo>
                    <a:pt x="3604" y="21537"/>
                    <a:pt x="1804" y="21441"/>
                    <a:pt x="184" y="21346"/>
                  </a:cubicBezTo>
                </a:path>
              </a:pathLst>
            </a:custGeom>
            <a:solidFill>
              <a:srgbClr val="F9F9F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4" name="形状">
              <a:extLst>
                <a:ext uri="{FF2B5EF4-FFF2-40B4-BE49-F238E27FC236}">
                  <a16:creationId xmlns:a16="http://schemas.microsoft.com/office/drawing/2014/main" id="{AF59E49F-DAF2-15D3-7EB2-34B70872635A}"/>
                </a:ext>
              </a:extLst>
            </p:cNvPr>
            <p:cNvSpPr/>
            <p:nvPr/>
          </p:nvSpPr>
          <p:spPr>
            <a:xfrm>
              <a:off x="3750467" y="7026295"/>
              <a:ext cx="98142" cy="346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12" h="21600" extrusionOk="0">
                  <a:moveTo>
                    <a:pt x="19516" y="0"/>
                  </a:moveTo>
                  <a:cubicBezTo>
                    <a:pt x="20449" y="5390"/>
                    <a:pt x="19782" y="10494"/>
                    <a:pt x="16982" y="15516"/>
                  </a:cubicBezTo>
                  <a:cubicBezTo>
                    <a:pt x="15516" y="18293"/>
                    <a:pt x="7516" y="19599"/>
                    <a:pt x="1116" y="21600"/>
                  </a:cubicBezTo>
                  <a:cubicBezTo>
                    <a:pt x="-1151" y="19926"/>
                    <a:pt x="716" y="18497"/>
                    <a:pt x="849" y="17109"/>
                  </a:cubicBezTo>
                  <a:cubicBezTo>
                    <a:pt x="1249" y="13515"/>
                    <a:pt x="3516" y="9840"/>
                    <a:pt x="2582" y="6288"/>
                  </a:cubicBezTo>
                  <a:cubicBezTo>
                    <a:pt x="1782" y="2491"/>
                    <a:pt x="7516" y="898"/>
                    <a:pt x="19516" y="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5" name="形状">
              <a:extLst>
                <a:ext uri="{FF2B5EF4-FFF2-40B4-BE49-F238E27FC236}">
                  <a16:creationId xmlns:a16="http://schemas.microsoft.com/office/drawing/2014/main" id="{736B16BA-B6F5-002E-78A4-5EA1A14F37EE}"/>
                </a:ext>
              </a:extLst>
            </p:cNvPr>
            <p:cNvSpPr/>
            <p:nvPr/>
          </p:nvSpPr>
          <p:spPr>
            <a:xfrm>
              <a:off x="3646738" y="7089988"/>
              <a:ext cx="82290" cy="364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52" h="21600" extrusionOk="0">
                  <a:moveTo>
                    <a:pt x="19943" y="0"/>
                  </a:moveTo>
                  <a:cubicBezTo>
                    <a:pt x="20104" y="6110"/>
                    <a:pt x="18008" y="11948"/>
                    <a:pt x="15752" y="17786"/>
                  </a:cubicBezTo>
                  <a:cubicBezTo>
                    <a:pt x="14946" y="19810"/>
                    <a:pt x="4791" y="19459"/>
                    <a:pt x="1244" y="21600"/>
                  </a:cubicBezTo>
                  <a:cubicBezTo>
                    <a:pt x="-1335" y="18603"/>
                    <a:pt x="922" y="16229"/>
                    <a:pt x="761" y="13855"/>
                  </a:cubicBezTo>
                  <a:cubicBezTo>
                    <a:pt x="438" y="11325"/>
                    <a:pt x="2050" y="8757"/>
                    <a:pt x="600" y="6266"/>
                  </a:cubicBezTo>
                  <a:cubicBezTo>
                    <a:pt x="-1496" y="2685"/>
                    <a:pt x="4952" y="934"/>
                    <a:pt x="19943" y="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6" name="形状">
              <a:extLst>
                <a:ext uri="{FF2B5EF4-FFF2-40B4-BE49-F238E27FC236}">
                  <a16:creationId xmlns:a16="http://schemas.microsoft.com/office/drawing/2014/main" id="{C5A7EB5F-2580-5391-4E4C-C8E744D00045}"/>
                </a:ext>
              </a:extLst>
            </p:cNvPr>
            <p:cNvSpPr/>
            <p:nvPr/>
          </p:nvSpPr>
          <p:spPr>
            <a:xfrm>
              <a:off x="859550" y="5962532"/>
              <a:ext cx="264476" cy="158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1" h="18789" extrusionOk="0">
                  <a:moveTo>
                    <a:pt x="21501" y="3633"/>
                  </a:moveTo>
                  <a:cubicBezTo>
                    <a:pt x="16208" y="7828"/>
                    <a:pt x="11931" y="13267"/>
                    <a:pt x="7493" y="18395"/>
                  </a:cubicBezTo>
                  <a:cubicBezTo>
                    <a:pt x="6103" y="20027"/>
                    <a:pt x="275" y="16220"/>
                    <a:pt x="8" y="13656"/>
                  </a:cubicBezTo>
                  <a:cubicBezTo>
                    <a:pt x="-99" y="12102"/>
                    <a:pt x="917" y="11791"/>
                    <a:pt x="1558" y="11169"/>
                  </a:cubicBezTo>
                  <a:cubicBezTo>
                    <a:pt x="4552" y="8372"/>
                    <a:pt x="7867" y="5964"/>
                    <a:pt x="10701" y="2700"/>
                  </a:cubicBezTo>
                  <a:cubicBezTo>
                    <a:pt x="14444" y="-1573"/>
                    <a:pt x="17758" y="-408"/>
                    <a:pt x="21501" y="3633"/>
                  </a:cubicBezTo>
                </a:path>
              </a:pathLst>
            </a:custGeom>
            <a:solidFill>
              <a:srgbClr val="FAFAF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7" name="形状">
              <a:extLst>
                <a:ext uri="{FF2B5EF4-FFF2-40B4-BE49-F238E27FC236}">
                  <a16:creationId xmlns:a16="http://schemas.microsoft.com/office/drawing/2014/main" id="{18431B8F-7B61-DD69-15FC-6ED55FFD5C94}"/>
                </a:ext>
              </a:extLst>
            </p:cNvPr>
            <p:cNvSpPr/>
            <p:nvPr/>
          </p:nvSpPr>
          <p:spPr>
            <a:xfrm>
              <a:off x="3735475" y="4087718"/>
              <a:ext cx="70733" cy="306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74" h="21600" extrusionOk="0">
                  <a:moveTo>
                    <a:pt x="292" y="21600"/>
                  </a:moveTo>
                  <a:cubicBezTo>
                    <a:pt x="292" y="15138"/>
                    <a:pt x="-655" y="9600"/>
                    <a:pt x="861" y="4154"/>
                  </a:cubicBezTo>
                  <a:cubicBezTo>
                    <a:pt x="1429" y="1662"/>
                    <a:pt x="12798" y="1108"/>
                    <a:pt x="20187" y="0"/>
                  </a:cubicBezTo>
                  <a:cubicBezTo>
                    <a:pt x="20187" y="5585"/>
                    <a:pt x="20945" y="11077"/>
                    <a:pt x="19998" y="16523"/>
                  </a:cubicBezTo>
                  <a:cubicBezTo>
                    <a:pt x="19619" y="18785"/>
                    <a:pt x="10145" y="19569"/>
                    <a:pt x="292" y="21600"/>
                  </a:cubicBezTo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8" name="形状">
              <a:extLst>
                <a:ext uri="{FF2B5EF4-FFF2-40B4-BE49-F238E27FC236}">
                  <a16:creationId xmlns:a16="http://schemas.microsoft.com/office/drawing/2014/main" id="{C0B23A0F-41CC-B5FB-D5D9-055C3CD63D69}"/>
                </a:ext>
              </a:extLst>
            </p:cNvPr>
            <p:cNvSpPr/>
            <p:nvPr/>
          </p:nvSpPr>
          <p:spPr>
            <a:xfrm>
              <a:off x="2192993" y="7862994"/>
              <a:ext cx="578377" cy="5002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892" y="14976"/>
                    <a:pt x="11057" y="9937"/>
                    <a:pt x="16365" y="3793"/>
                  </a:cubicBezTo>
                  <a:cubicBezTo>
                    <a:pt x="17784" y="2123"/>
                    <a:pt x="19423" y="679"/>
                    <a:pt x="21600" y="0"/>
                  </a:cubicBezTo>
                  <a:cubicBezTo>
                    <a:pt x="21160" y="538"/>
                    <a:pt x="20744" y="1076"/>
                    <a:pt x="20304" y="1585"/>
                  </a:cubicBezTo>
                  <a:cubicBezTo>
                    <a:pt x="14726" y="7927"/>
                    <a:pt x="8390" y="13305"/>
                    <a:pt x="2617" y="19420"/>
                  </a:cubicBezTo>
                  <a:cubicBezTo>
                    <a:pt x="2006" y="20071"/>
                    <a:pt x="1248" y="20553"/>
                    <a:pt x="978" y="21543"/>
                  </a:cubicBezTo>
                  <a:cubicBezTo>
                    <a:pt x="636" y="21543"/>
                    <a:pt x="318" y="21572"/>
                    <a:pt x="0" y="21600"/>
                  </a:cubicBezTo>
                </a:path>
              </a:pathLst>
            </a:custGeom>
            <a:solidFill>
              <a:srgbClr val="10101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79" name="形状">
              <a:extLst>
                <a:ext uri="{FF2B5EF4-FFF2-40B4-BE49-F238E27FC236}">
                  <a16:creationId xmlns:a16="http://schemas.microsoft.com/office/drawing/2014/main" id="{8947A1A6-CC7C-ADAB-93DA-EFA1E6C60BB8}"/>
                </a:ext>
              </a:extLst>
            </p:cNvPr>
            <p:cNvSpPr/>
            <p:nvPr/>
          </p:nvSpPr>
          <p:spPr>
            <a:xfrm>
              <a:off x="3788220" y="8615733"/>
              <a:ext cx="91589" cy="2801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49" h="21600" extrusionOk="0">
                  <a:moveTo>
                    <a:pt x="0" y="21600"/>
                  </a:moveTo>
                  <a:cubicBezTo>
                    <a:pt x="1254" y="15349"/>
                    <a:pt x="2369" y="9402"/>
                    <a:pt x="3623" y="3456"/>
                  </a:cubicBezTo>
                  <a:cubicBezTo>
                    <a:pt x="4320" y="712"/>
                    <a:pt x="11427" y="51"/>
                    <a:pt x="16444" y="0"/>
                  </a:cubicBezTo>
                  <a:cubicBezTo>
                    <a:pt x="21600" y="0"/>
                    <a:pt x="18952" y="2338"/>
                    <a:pt x="19092" y="3608"/>
                  </a:cubicBezTo>
                  <a:cubicBezTo>
                    <a:pt x="19510" y="7319"/>
                    <a:pt x="17837" y="11029"/>
                    <a:pt x="16305" y="14688"/>
                  </a:cubicBezTo>
                  <a:cubicBezTo>
                    <a:pt x="14632" y="18144"/>
                    <a:pt x="9894" y="20228"/>
                    <a:pt x="0" y="21600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0" name="形状">
              <a:extLst>
                <a:ext uri="{FF2B5EF4-FFF2-40B4-BE49-F238E27FC236}">
                  <a16:creationId xmlns:a16="http://schemas.microsoft.com/office/drawing/2014/main" id="{7EC2C14C-33C4-0505-C92A-76A7D3082F4D}"/>
                </a:ext>
              </a:extLst>
            </p:cNvPr>
            <p:cNvSpPr/>
            <p:nvPr/>
          </p:nvSpPr>
          <p:spPr>
            <a:xfrm>
              <a:off x="3851872" y="4006654"/>
              <a:ext cx="79563" cy="2743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574" h="21600" extrusionOk="0">
                  <a:moveTo>
                    <a:pt x="371" y="21600"/>
                  </a:moveTo>
                  <a:cubicBezTo>
                    <a:pt x="371" y="15902"/>
                    <a:pt x="-630" y="10308"/>
                    <a:pt x="657" y="4765"/>
                  </a:cubicBezTo>
                  <a:cubicBezTo>
                    <a:pt x="1230" y="2176"/>
                    <a:pt x="10098" y="1761"/>
                    <a:pt x="17251" y="0"/>
                  </a:cubicBezTo>
                  <a:cubicBezTo>
                    <a:pt x="17394" y="8340"/>
                    <a:pt x="20970" y="16161"/>
                    <a:pt x="371" y="21600"/>
                  </a:cubicBezTo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1" name="形状">
              <a:extLst>
                <a:ext uri="{FF2B5EF4-FFF2-40B4-BE49-F238E27FC236}">
                  <a16:creationId xmlns:a16="http://schemas.microsoft.com/office/drawing/2014/main" id="{60CD2D6D-5524-BE07-5C41-25B3DB5D2BC1}"/>
                </a:ext>
              </a:extLst>
            </p:cNvPr>
            <p:cNvSpPr/>
            <p:nvPr/>
          </p:nvSpPr>
          <p:spPr>
            <a:xfrm>
              <a:off x="3693044" y="8671076"/>
              <a:ext cx="72823" cy="2798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3" h="21137" extrusionOk="0">
                  <a:moveTo>
                    <a:pt x="81" y="21137"/>
                  </a:moveTo>
                  <a:cubicBezTo>
                    <a:pt x="81" y="15156"/>
                    <a:pt x="-102" y="9571"/>
                    <a:pt x="81" y="3887"/>
                  </a:cubicBezTo>
                  <a:cubicBezTo>
                    <a:pt x="264" y="1168"/>
                    <a:pt x="9600" y="822"/>
                    <a:pt x="16006" y="130"/>
                  </a:cubicBezTo>
                  <a:cubicBezTo>
                    <a:pt x="21498" y="-463"/>
                    <a:pt x="20217" y="1119"/>
                    <a:pt x="20034" y="1860"/>
                  </a:cubicBezTo>
                  <a:cubicBezTo>
                    <a:pt x="18752" y="7001"/>
                    <a:pt x="16922" y="12141"/>
                    <a:pt x="15457" y="17282"/>
                  </a:cubicBezTo>
                  <a:cubicBezTo>
                    <a:pt x="14908" y="19852"/>
                    <a:pt x="8135" y="20445"/>
                    <a:pt x="81" y="21137"/>
                  </a:cubicBezTo>
                </a:path>
              </a:pathLst>
            </a:custGeom>
            <a:solidFill>
              <a:srgbClr val="F6F6F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2" name="形状">
              <a:extLst>
                <a:ext uri="{FF2B5EF4-FFF2-40B4-BE49-F238E27FC236}">
                  <a16:creationId xmlns:a16="http://schemas.microsoft.com/office/drawing/2014/main" id="{7FEDF4CE-86DF-632C-3F28-E464A8C78B4E}"/>
                </a:ext>
              </a:extLst>
            </p:cNvPr>
            <p:cNvSpPr/>
            <p:nvPr/>
          </p:nvSpPr>
          <p:spPr>
            <a:xfrm>
              <a:off x="687285" y="5834722"/>
              <a:ext cx="216710" cy="145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9" h="17855" extrusionOk="0">
                  <a:moveTo>
                    <a:pt x="9265" y="2065"/>
                  </a:moveTo>
                  <a:cubicBezTo>
                    <a:pt x="14051" y="-2994"/>
                    <a:pt x="16885" y="2466"/>
                    <a:pt x="20789" y="5437"/>
                  </a:cubicBezTo>
                  <a:cubicBezTo>
                    <a:pt x="16381" y="10255"/>
                    <a:pt x="11721" y="13628"/>
                    <a:pt x="7187" y="17321"/>
                  </a:cubicBezTo>
                  <a:cubicBezTo>
                    <a:pt x="5612" y="18606"/>
                    <a:pt x="4794" y="17321"/>
                    <a:pt x="3912" y="16117"/>
                  </a:cubicBezTo>
                  <a:cubicBezTo>
                    <a:pt x="2653" y="14431"/>
                    <a:pt x="1519" y="12744"/>
                    <a:pt x="260" y="10978"/>
                  </a:cubicBezTo>
                  <a:cubicBezTo>
                    <a:pt x="-811" y="7043"/>
                    <a:pt x="1645" y="6160"/>
                    <a:pt x="3597" y="4875"/>
                  </a:cubicBezTo>
                  <a:cubicBezTo>
                    <a:pt x="5423" y="3510"/>
                    <a:pt x="7439" y="2948"/>
                    <a:pt x="9265" y="2065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3" name="形状">
              <a:extLst>
                <a:ext uri="{FF2B5EF4-FFF2-40B4-BE49-F238E27FC236}">
                  <a16:creationId xmlns:a16="http://schemas.microsoft.com/office/drawing/2014/main" id="{AD741E33-9EA7-1826-CECD-FD885E4D7BE7}"/>
                </a:ext>
              </a:extLst>
            </p:cNvPr>
            <p:cNvSpPr/>
            <p:nvPr/>
          </p:nvSpPr>
          <p:spPr>
            <a:xfrm>
              <a:off x="3753478" y="2234241"/>
              <a:ext cx="116854" cy="248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2" h="21157" extrusionOk="0">
                  <a:moveTo>
                    <a:pt x="0" y="21157"/>
                  </a:moveTo>
                  <a:cubicBezTo>
                    <a:pt x="0" y="20876"/>
                    <a:pt x="0" y="20540"/>
                    <a:pt x="0" y="20259"/>
                  </a:cubicBezTo>
                  <a:cubicBezTo>
                    <a:pt x="3960" y="19474"/>
                    <a:pt x="4080" y="17903"/>
                    <a:pt x="4080" y="16220"/>
                  </a:cubicBezTo>
                  <a:cubicBezTo>
                    <a:pt x="3960" y="12236"/>
                    <a:pt x="4080" y="8309"/>
                    <a:pt x="4080" y="4270"/>
                  </a:cubicBezTo>
                  <a:cubicBezTo>
                    <a:pt x="4080" y="3148"/>
                    <a:pt x="3480" y="1857"/>
                    <a:pt x="6480" y="1296"/>
                  </a:cubicBezTo>
                  <a:cubicBezTo>
                    <a:pt x="9480" y="735"/>
                    <a:pt x="12480" y="-443"/>
                    <a:pt x="15360" y="174"/>
                  </a:cubicBezTo>
                  <a:cubicBezTo>
                    <a:pt x="18360" y="847"/>
                    <a:pt x="16680" y="2531"/>
                    <a:pt x="16680" y="3765"/>
                  </a:cubicBezTo>
                  <a:cubicBezTo>
                    <a:pt x="16680" y="6065"/>
                    <a:pt x="16200" y="8478"/>
                    <a:pt x="15840" y="10778"/>
                  </a:cubicBezTo>
                  <a:cubicBezTo>
                    <a:pt x="15600" y="12461"/>
                    <a:pt x="16200" y="13751"/>
                    <a:pt x="20520" y="13863"/>
                  </a:cubicBezTo>
                  <a:cubicBezTo>
                    <a:pt x="21600" y="14256"/>
                    <a:pt x="21600" y="14593"/>
                    <a:pt x="20880" y="15042"/>
                  </a:cubicBezTo>
                  <a:cubicBezTo>
                    <a:pt x="14640" y="17735"/>
                    <a:pt x="7680" y="19754"/>
                    <a:pt x="0" y="21157"/>
                  </a:cubicBezTo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4" name="形状">
              <a:extLst>
                <a:ext uri="{FF2B5EF4-FFF2-40B4-BE49-F238E27FC236}">
                  <a16:creationId xmlns:a16="http://schemas.microsoft.com/office/drawing/2014/main" id="{A946868A-FA13-2CB0-5C10-C3078E08F1FB}"/>
                </a:ext>
              </a:extLst>
            </p:cNvPr>
            <p:cNvSpPr/>
            <p:nvPr/>
          </p:nvSpPr>
          <p:spPr>
            <a:xfrm>
              <a:off x="3866389" y="2179814"/>
              <a:ext cx="102364" cy="233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17" h="21600" extrusionOk="0">
                  <a:moveTo>
                    <a:pt x="386" y="21600"/>
                  </a:moveTo>
                  <a:cubicBezTo>
                    <a:pt x="257" y="21173"/>
                    <a:pt x="257" y="20746"/>
                    <a:pt x="0" y="20319"/>
                  </a:cubicBezTo>
                  <a:cubicBezTo>
                    <a:pt x="4886" y="16841"/>
                    <a:pt x="3600" y="12875"/>
                    <a:pt x="3214" y="9214"/>
                  </a:cubicBezTo>
                  <a:cubicBezTo>
                    <a:pt x="2571" y="3722"/>
                    <a:pt x="7200" y="915"/>
                    <a:pt x="18514" y="0"/>
                  </a:cubicBezTo>
                  <a:cubicBezTo>
                    <a:pt x="21600" y="4332"/>
                    <a:pt x="14014" y="8969"/>
                    <a:pt x="20186" y="13302"/>
                  </a:cubicBezTo>
                  <a:cubicBezTo>
                    <a:pt x="20571" y="13607"/>
                    <a:pt x="17229" y="15193"/>
                    <a:pt x="15300" y="16047"/>
                  </a:cubicBezTo>
                  <a:cubicBezTo>
                    <a:pt x="10671" y="18000"/>
                    <a:pt x="6300" y="20258"/>
                    <a:pt x="386" y="21600"/>
                  </a:cubicBezTo>
                </a:path>
              </a:pathLst>
            </a:custGeom>
            <a:solidFill>
              <a:srgbClr val="F0F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5" name="形状">
              <a:extLst>
                <a:ext uri="{FF2B5EF4-FFF2-40B4-BE49-F238E27FC236}">
                  <a16:creationId xmlns:a16="http://schemas.microsoft.com/office/drawing/2014/main" id="{CDFA9ED3-15F1-B08A-3E9D-819F4BB3F1E5}"/>
                </a:ext>
              </a:extLst>
            </p:cNvPr>
            <p:cNvSpPr/>
            <p:nvPr/>
          </p:nvSpPr>
          <p:spPr>
            <a:xfrm>
              <a:off x="3725808" y="5531971"/>
              <a:ext cx="77997" cy="240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09" h="21380" extrusionOk="0">
                  <a:moveTo>
                    <a:pt x="2072" y="21380"/>
                  </a:moveTo>
                  <a:cubicBezTo>
                    <a:pt x="1437" y="15217"/>
                    <a:pt x="484" y="9641"/>
                    <a:pt x="8" y="4006"/>
                  </a:cubicBezTo>
                  <a:cubicBezTo>
                    <a:pt x="-310" y="132"/>
                    <a:pt x="9378" y="191"/>
                    <a:pt x="15096" y="15"/>
                  </a:cubicBezTo>
                  <a:cubicBezTo>
                    <a:pt x="21290" y="-220"/>
                    <a:pt x="18114" y="2363"/>
                    <a:pt x="17955" y="3654"/>
                  </a:cubicBezTo>
                  <a:cubicBezTo>
                    <a:pt x="17796" y="7000"/>
                    <a:pt x="16525" y="10404"/>
                    <a:pt x="16049" y="13750"/>
                  </a:cubicBezTo>
                  <a:cubicBezTo>
                    <a:pt x="15890" y="17095"/>
                    <a:pt x="12078" y="19502"/>
                    <a:pt x="2072" y="21380"/>
                  </a:cubicBezTo>
                </a:path>
              </a:pathLst>
            </a:custGeom>
            <a:solidFill>
              <a:srgbClr val="F5F5F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6" name="形状">
              <a:extLst>
                <a:ext uri="{FF2B5EF4-FFF2-40B4-BE49-F238E27FC236}">
                  <a16:creationId xmlns:a16="http://schemas.microsoft.com/office/drawing/2014/main" id="{61491CEE-7F82-494E-197C-2CBEBB49FCCD}"/>
                </a:ext>
              </a:extLst>
            </p:cNvPr>
            <p:cNvSpPr/>
            <p:nvPr/>
          </p:nvSpPr>
          <p:spPr>
            <a:xfrm>
              <a:off x="779635" y="5907612"/>
              <a:ext cx="214106" cy="1383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9" h="18848" extrusionOk="0">
                  <a:moveTo>
                    <a:pt x="20539" y="3418"/>
                  </a:moveTo>
                  <a:cubicBezTo>
                    <a:pt x="15535" y="8307"/>
                    <a:pt x="10594" y="13285"/>
                    <a:pt x="5590" y="17996"/>
                  </a:cubicBezTo>
                  <a:cubicBezTo>
                    <a:pt x="2866" y="20574"/>
                    <a:pt x="1599" y="16663"/>
                    <a:pt x="459" y="14707"/>
                  </a:cubicBezTo>
                  <a:cubicBezTo>
                    <a:pt x="-1061" y="12041"/>
                    <a:pt x="1599" y="11507"/>
                    <a:pt x="2550" y="10618"/>
                  </a:cubicBezTo>
                  <a:cubicBezTo>
                    <a:pt x="5590" y="7863"/>
                    <a:pt x="8884" y="5641"/>
                    <a:pt x="11734" y="2530"/>
                  </a:cubicBezTo>
                  <a:cubicBezTo>
                    <a:pt x="14965" y="-937"/>
                    <a:pt x="17562" y="-1026"/>
                    <a:pt x="20539" y="3418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7" name="形状">
              <a:extLst>
                <a:ext uri="{FF2B5EF4-FFF2-40B4-BE49-F238E27FC236}">
                  <a16:creationId xmlns:a16="http://schemas.microsoft.com/office/drawing/2014/main" id="{07CB2176-17FD-EF0F-9F4B-488A8150BC58}"/>
                </a:ext>
              </a:extLst>
            </p:cNvPr>
            <p:cNvSpPr/>
            <p:nvPr/>
          </p:nvSpPr>
          <p:spPr>
            <a:xfrm>
              <a:off x="1023351" y="332708"/>
              <a:ext cx="546530" cy="320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807"/>
                  </a:moveTo>
                  <a:cubicBezTo>
                    <a:pt x="7442" y="14591"/>
                    <a:pt x="13821" y="5246"/>
                    <a:pt x="21600" y="0"/>
                  </a:cubicBezTo>
                  <a:cubicBezTo>
                    <a:pt x="14339" y="6216"/>
                    <a:pt x="8116" y="15384"/>
                    <a:pt x="830" y="21600"/>
                  </a:cubicBezTo>
                  <a:cubicBezTo>
                    <a:pt x="570" y="21291"/>
                    <a:pt x="285" y="21071"/>
                    <a:pt x="0" y="20807"/>
                  </a:cubicBezTo>
                </a:path>
              </a:pathLst>
            </a:custGeom>
            <a:solidFill>
              <a:srgbClr val="32323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8" name="形状">
              <a:extLst>
                <a:ext uri="{FF2B5EF4-FFF2-40B4-BE49-F238E27FC236}">
                  <a16:creationId xmlns:a16="http://schemas.microsoft.com/office/drawing/2014/main" id="{C67A2D94-099A-223D-2E45-2DFB8B125C0C}"/>
                </a:ext>
              </a:extLst>
            </p:cNvPr>
            <p:cNvSpPr/>
            <p:nvPr/>
          </p:nvSpPr>
          <p:spPr>
            <a:xfrm>
              <a:off x="633396" y="5768961"/>
              <a:ext cx="159152" cy="127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21" h="17684" extrusionOk="0">
                  <a:moveTo>
                    <a:pt x="3546" y="17119"/>
                  </a:moveTo>
                  <a:cubicBezTo>
                    <a:pt x="2834" y="15660"/>
                    <a:pt x="2121" y="14202"/>
                    <a:pt x="1251" y="12926"/>
                  </a:cubicBezTo>
                  <a:cubicBezTo>
                    <a:pt x="-806" y="9645"/>
                    <a:pt x="-410" y="7640"/>
                    <a:pt x="3071" y="6091"/>
                  </a:cubicBezTo>
                  <a:cubicBezTo>
                    <a:pt x="5286" y="5179"/>
                    <a:pt x="7581" y="3630"/>
                    <a:pt x="9401" y="1807"/>
                  </a:cubicBezTo>
                  <a:cubicBezTo>
                    <a:pt x="13594" y="-2294"/>
                    <a:pt x="16442" y="1443"/>
                    <a:pt x="18658" y="4541"/>
                  </a:cubicBezTo>
                  <a:cubicBezTo>
                    <a:pt x="20794" y="7640"/>
                    <a:pt x="16205" y="7914"/>
                    <a:pt x="15730" y="10101"/>
                  </a:cubicBezTo>
                  <a:cubicBezTo>
                    <a:pt x="12724" y="14749"/>
                    <a:pt x="9638" y="19306"/>
                    <a:pt x="3546" y="17119"/>
                  </a:cubicBezTo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89" name="形状">
              <a:extLst>
                <a:ext uri="{FF2B5EF4-FFF2-40B4-BE49-F238E27FC236}">
                  <a16:creationId xmlns:a16="http://schemas.microsoft.com/office/drawing/2014/main" id="{E3968573-3015-7B0B-B276-4000210181D5}"/>
                </a:ext>
              </a:extLst>
            </p:cNvPr>
            <p:cNvSpPr/>
            <p:nvPr/>
          </p:nvSpPr>
          <p:spPr>
            <a:xfrm>
              <a:off x="3408956" y="8858926"/>
              <a:ext cx="86006" cy="207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3" h="21600" extrusionOk="0">
                  <a:moveTo>
                    <a:pt x="18215" y="0"/>
                  </a:moveTo>
                  <a:cubicBezTo>
                    <a:pt x="19182" y="4443"/>
                    <a:pt x="19827" y="7792"/>
                    <a:pt x="20472" y="11210"/>
                  </a:cubicBezTo>
                  <a:cubicBezTo>
                    <a:pt x="21600" y="19481"/>
                    <a:pt x="21600" y="19481"/>
                    <a:pt x="0" y="21600"/>
                  </a:cubicBezTo>
                  <a:cubicBezTo>
                    <a:pt x="1612" y="18866"/>
                    <a:pt x="2418" y="16337"/>
                    <a:pt x="6287" y="14081"/>
                  </a:cubicBezTo>
                  <a:cubicBezTo>
                    <a:pt x="8866" y="12577"/>
                    <a:pt x="10155" y="10595"/>
                    <a:pt x="8221" y="9023"/>
                  </a:cubicBezTo>
                  <a:cubicBezTo>
                    <a:pt x="2257" y="4443"/>
                    <a:pt x="9510" y="2734"/>
                    <a:pt x="18215" y="0"/>
                  </a:cubicBezTo>
                </a:path>
              </a:pathLst>
            </a:custGeom>
            <a:solidFill>
              <a:srgbClr val="EBEBE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0" name="形状">
              <a:extLst>
                <a:ext uri="{FF2B5EF4-FFF2-40B4-BE49-F238E27FC236}">
                  <a16:creationId xmlns:a16="http://schemas.microsoft.com/office/drawing/2014/main" id="{D59C843B-4281-1034-5931-644842C295D1}"/>
                </a:ext>
              </a:extLst>
            </p:cNvPr>
            <p:cNvSpPr/>
            <p:nvPr/>
          </p:nvSpPr>
          <p:spPr>
            <a:xfrm>
              <a:off x="363257" y="2915182"/>
              <a:ext cx="245437" cy="283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8" y="8690"/>
                  </a:moveTo>
                  <a:cubicBezTo>
                    <a:pt x="6549" y="7686"/>
                    <a:pt x="9709" y="4320"/>
                    <a:pt x="14017" y="2662"/>
                  </a:cubicBezTo>
                  <a:cubicBezTo>
                    <a:pt x="16028" y="1909"/>
                    <a:pt x="17923" y="904"/>
                    <a:pt x="19877" y="0"/>
                  </a:cubicBezTo>
                  <a:cubicBezTo>
                    <a:pt x="20451" y="251"/>
                    <a:pt x="21083" y="553"/>
                    <a:pt x="21600" y="804"/>
                  </a:cubicBezTo>
                  <a:cubicBezTo>
                    <a:pt x="17923" y="3516"/>
                    <a:pt x="13270" y="4873"/>
                    <a:pt x="9249" y="7033"/>
                  </a:cubicBezTo>
                  <a:cubicBezTo>
                    <a:pt x="3217" y="10197"/>
                    <a:pt x="3160" y="10348"/>
                    <a:pt x="8560" y="14467"/>
                  </a:cubicBezTo>
                  <a:cubicBezTo>
                    <a:pt x="11374" y="16627"/>
                    <a:pt x="14419" y="18486"/>
                    <a:pt x="17349" y="20495"/>
                  </a:cubicBezTo>
                  <a:cubicBezTo>
                    <a:pt x="16889" y="20847"/>
                    <a:pt x="16545" y="21248"/>
                    <a:pt x="16085" y="21600"/>
                  </a:cubicBezTo>
                  <a:cubicBezTo>
                    <a:pt x="11317" y="19239"/>
                    <a:pt x="7411" y="15974"/>
                    <a:pt x="3504" y="12659"/>
                  </a:cubicBezTo>
                  <a:cubicBezTo>
                    <a:pt x="2528" y="11805"/>
                    <a:pt x="1838" y="10448"/>
                    <a:pt x="0" y="10448"/>
                  </a:cubicBezTo>
                  <a:cubicBezTo>
                    <a:pt x="632" y="9896"/>
                    <a:pt x="1264" y="9293"/>
                    <a:pt x="1838" y="8690"/>
                  </a:cubicBezTo>
                </a:path>
              </a:pathLst>
            </a:custGeom>
            <a:solidFill>
              <a:srgbClr val="2A2A2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1" name="形状">
              <a:extLst>
                <a:ext uri="{FF2B5EF4-FFF2-40B4-BE49-F238E27FC236}">
                  <a16:creationId xmlns:a16="http://schemas.microsoft.com/office/drawing/2014/main" id="{D5C946FA-4FA9-DD69-471D-FDB85C7BF1CE}"/>
                </a:ext>
              </a:extLst>
            </p:cNvPr>
            <p:cNvSpPr/>
            <p:nvPr/>
          </p:nvSpPr>
          <p:spPr>
            <a:xfrm>
              <a:off x="3828752" y="5486712"/>
              <a:ext cx="77877" cy="181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14" h="21524" extrusionOk="0">
                  <a:moveTo>
                    <a:pt x="0" y="21524"/>
                  </a:moveTo>
                  <a:cubicBezTo>
                    <a:pt x="818" y="15950"/>
                    <a:pt x="1636" y="10376"/>
                    <a:pt x="2455" y="4879"/>
                  </a:cubicBezTo>
                  <a:cubicBezTo>
                    <a:pt x="2945" y="776"/>
                    <a:pt x="10800" y="79"/>
                    <a:pt x="16200" y="1"/>
                  </a:cubicBezTo>
                  <a:cubicBezTo>
                    <a:pt x="21600" y="-76"/>
                    <a:pt x="18655" y="3098"/>
                    <a:pt x="19145" y="4879"/>
                  </a:cubicBezTo>
                  <a:cubicBezTo>
                    <a:pt x="20618" y="12079"/>
                    <a:pt x="10473" y="16647"/>
                    <a:pt x="0" y="21524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2" name="形状">
              <a:extLst>
                <a:ext uri="{FF2B5EF4-FFF2-40B4-BE49-F238E27FC236}">
                  <a16:creationId xmlns:a16="http://schemas.microsoft.com/office/drawing/2014/main" id="{DDB5FC57-715E-4B0C-8EC8-D9797165C3BA}"/>
                </a:ext>
              </a:extLst>
            </p:cNvPr>
            <p:cNvSpPr/>
            <p:nvPr/>
          </p:nvSpPr>
          <p:spPr>
            <a:xfrm>
              <a:off x="3598801" y="2648828"/>
              <a:ext cx="333523" cy="341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3" h="21442" extrusionOk="0">
                  <a:moveTo>
                    <a:pt x="21493" y="1399"/>
                  </a:moveTo>
                  <a:cubicBezTo>
                    <a:pt x="15110" y="8599"/>
                    <a:pt x="8432" y="15470"/>
                    <a:pt x="696" y="21353"/>
                  </a:cubicBezTo>
                  <a:cubicBezTo>
                    <a:pt x="62" y="21600"/>
                    <a:pt x="-107" y="21312"/>
                    <a:pt x="62" y="20777"/>
                  </a:cubicBezTo>
                  <a:cubicBezTo>
                    <a:pt x="6318" y="15058"/>
                    <a:pt x="12489" y="9257"/>
                    <a:pt x="18069" y="2880"/>
                  </a:cubicBezTo>
                  <a:cubicBezTo>
                    <a:pt x="18830" y="2016"/>
                    <a:pt x="20014" y="1358"/>
                    <a:pt x="20014" y="0"/>
                  </a:cubicBezTo>
                  <a:cubicBezTo>
                    <a:pt x="20479" y="453"/>
                    <a:pt x="20986" y="946"/>
                    <a:pt x="21493" y="1399"/>
                  </a:cubicBezTo>
                </a:path>
              </a:pathLst>
            </a:custGeom>
            <a:solidFill>
              <a:srgbClr val="27272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3" name="形状">
              <a:extLst>
                <a:ext uri="{FF2B5EF4-FFF2-40B4-BE49-F238E27FC236}">
                  <a16:creationId xmlns:a16="http://schemas.microsoft.com/office/drawing/2014/main" id="{85C767A2-853C-4508-02CD-AF541835ABFB}"/>
                </a:ext>
              </a:extLst>
            </p:cNvPr>
            <p:cNvSpPr/>
            <p:nvPr/>
          </p:nvSpPr>
          <p:spPr>
            <a:xfrm>
              <a:off x="2751756" y="2996246"/>
              <a:ext cx="372822" cy="363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65" extrusionOk="0">
                  <a:moveTo>
                    <a:pt x="0" y="20830"/>
                  </a:moveTo>
                  <a:cubicBezTo>
                    <a:pt x="7402" y="14361"/>
                    <a:pt x="13818" y="6930"/>
                    <a:pt x="20765" y="0"/>
                  </a:cubicBezTo>
                  <a:cubicBezTo>
                    <a:pt x="21069" y="308"/>
                    <a:pt x="21296" y="578"/>
                    <a:pt x="21600" y="847"/>
                  </a:cubicBezTo>
                  <a:cubicBezTo>
                    <a:pt x="15868" y="7354"/>
                    <a:pt x="9718" y="13399"/>
                    <a:pt x="3189" y="19097"/>
                  </a:cubicBezTo>
                  <a:cubicBezTo>
                    <a:pt x="2733" y="19482"/>
                    <a:pt x="1822" y="19713"/>
                    <a:pt x="2164" y="20560"/>
                  </a:cubicBezTo>
                  <a:cubicBezTo>
                    <a:pt x="2240" y="20791"/>
                    <a:pt x="3075" y="20714"/>
                    <a:pt x="3530" y="20830"/>
                  </a:cubicBezTo>
                  <a:cubicBezTo>
                    <a:pt x="2316" y="21600"/>
                    <a:pt x="1177" y="21484"/>
                    <a:pt x="0" y="20830"/>
                  </a:cubicBezTo>
                </a:path>
              </a:pathLst>
            </a:cu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4" name="形状">
              <a:extLst>
                <a:ext uri="{FF2B5EF4-FFF2-40B4-BE49-F238E27FC236}">
                  <a16:creationId xmlns:a16="http://schemas.microsoft.com/office/drawing/2014/main" id="{0E2E9533-A45F-32E2-4F2F-D6C9DBA62A45}"/>
                </a:ext>
              </a:extLst>
            </p:cNvPr>
            <p:cNvSpPr/>
            <p:nvPr/>
          </p:nvSpPr>
          <p:spPr>
            <a:xfrm>
              <a:off x="803320" y="7499922"/>
              <a:ext cx="168822" cy="168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65" h="20678" extrusionOk="0">
                  <a:moveTo>
                    <a:pt x="0" y="20678"/>
                  </a:moveTo>
                  <a:cubicBezTo>
                    <a:pt x="3052" y="13078"/>
                    <a:pt x="8374" y="7158"/>
                    <a:pt x="13539" y="1318"/>
                  </a:cubicBezTo>
                  <a:cubicBezTo>
                    <a:pt x="15574" y="-922"/>
                    <a:pt x="17061" y="118"/>
                    <a:pt x="18861" y="1318"/>
                  </a:cubicBezTo>
                  <a:cubicBezTo>
                    <a:pt x="21600" y="3398"/>
                    <a:pt x="18939" y="4438"/>
                    <a:pt x="18000" y="5718"/>
                  </a:cubicBezTo>
                  <a:cubicBezTo>
                    <a:pt x="12913" y="11718"/>
                    <a:pt x="6809" y="16598"/>
                    <a:pt x="0" y="20678"/>
                  </a:cubicBezTo>
                </a:path>
              </a:pathLst>
            </a:custGeom>
            <a:solidFill>
              <a:srgbClr val="F1F1F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5" name="形状">
              <a:extLst>
                <a:ext uri="{FF2B5EF4-FFF2-40B4-BE49-F238E27FC236}">
                  <a16:creationId xmlns:a16="http://schemas.microsoft.com/office/drawing/2014/main" id="{178BFBF7-F95D-801A-663F-DC5805E75F97}"/>
                </a:ext>
              </a:extLst>
            </p:cNvPr>
            <p:cNvSpPr/>
            <p:nvPr/>
          </p:nvSpPr>
          <p:spPr>
            <a:xfrm>
              <a:off x="607758" y="5648204"/>
              <a:ext cx="97612" cy="1401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310" h="20597" extrusionOk="0">
                  <a:moveTo>
                    <a:pt x="2966" y="0"/>
                  </a:moveTo>
                  <a:cubicBezTo>
                    <a:pt x="7684" y="3471"/>
                    <a:pt x="11284" y="6654"/>
                    <a:pt x="15504" y="9354"/>
                  </a:cubicBezTo>
                  <a:cubicBezTo>
                    <a:pt x="19725" y="12150"/>
                    <a:pt x="18980" y="13982"/>
                    <a:pt x="14635" y="16007"/>
                  </a:cubicBezTo>
                  <a:cubicBezTo>
                    <a:pt x="10911" y="17839"/>
                    <a:pt x="6815" y="21600"/>
                    <a:pt x="2842" y="20346"/>
                  </a:cubicBezTo>
                  <a:cubicBezTo>
                    <a:pt x="-1875" y="18900"/>
                    <a:pt x="732" y="14175"/>
                    <a:pt x="608" y="10800"/>
                  </a:cubicBezTo>
                  <a:cubicBezTo>
                    <a:pt x="608" y="7232"/>
                    <a:pt x="732" y="3761"/>
                    <a:pt x="2966" y="0"/>
                  </a:cubicBezTo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6" name="形状">
              <a:extLst>
                <a:ext uri="{FF2B5EF4-FFF2-40B4-BE49-F238E27FC236}">
                  <a16:creationId xmlns:a16="http://schemas.microsoft.com/office/drawing/2014/main" id="{3AE75638-9F1E-F56F-3CA2-CF20EFF524EE}"/>
                </a:ext>
              </a:extLst>
            </p:cNvPr>
            <p:cNvSpPr/>
            <p:nvPr/>
          </p:nvSpPr>
          <p:spPr>
            <a:xfrm>
              <a:off x="509776" y="4550942"/>
              <a:ext cx="310263" cy="2048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6" h="21600" extrusionOk="0">
                  <a:moveTo>
                    <a:pt x="464" y="16252"/>
                  </a:moveTo>
                  <a:cubicBezTo>
                    <a:pt x="464" y="19794"/>
                    <a:pt x="1442" y="18822"/>
                    <a:pt x="2730" y="17572"/>
                  </a:cubicBezTo>
                  <a:cubicBezTo>
                    <a:pt x="8508" y="11599"/>
                    <a:pt x="14375" y="5834"/>
                    <a:pt x="20197" y="0"/>
                  </a:cubicBezTo>
                  <a:cubicBezTo>
                    <a:pt x="20508" y="347"/>
                    <a:pt x="20775" y="833"/>
                    <a:pt x="21086" y="1181"/>
                  </a:cubicBezTo>
                  <a:cubicBezTo>
                    <a:pt x="14864" y="8959"/>
                    <a:pt x="8019" y="15141"/>
                    <a:pt x="1264" y="21600"/>
                  </a:cubicBezTo>
                  <a:cubicBezTo>
                    <a:pt x="197" y="20141"/>
                    <a:pt x="-514" y="18475"/>
                    <a:pt x="464" y="16252"/>
                  </a:cubicBezTo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7" name="形状">
              <a:extLst>
                <a:ext uri="{FF2B5EF4-FFF2-40B4-BE49-F238E27FC236}">
                  <a16:creationId xmlns:a16="http://schemas.microsoft.com/office/drawing/2014/main" id="{32D58832-1641-4966-0FE7-B2431DF264A7}"/>
                </a:ext>
              </a:extLst>
            </p:cNvPr>
            <p:cNvSpPr/>
            <p:nvPr/>
          </p:nvSpPr>
          <p:spPr>
            <a:xfrm>
              <a:off x="2441976" y="5106811"/>
              <a:ext cx="216484" cy="212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31" extrusionOk="0">
                  <a:moveTo>
                    <a:pt x="20752" y="1303"/>
                  </a:moveTo>
                  <a:cubicBezTo>
                    <a:pt x="15596" y="7634"/>
                    <a:pt x="9071" y="12538"/>
                    <a:pt x="2545" y="18372"/>
                  </a:cubicBezTo>
                  <a:cubicBezTo>
                    <a:pt x="9266" y="19490"/>
                    <a:pt x="15466" y="18186"/>
                    <a:pt x="21600" y="18869"/>
                  </a:cubicBezTo>
                  <a:cubicBezTo>
                    <a:pt x="14291" y="19800"/>
                    <a:pt x="7048" y="21600"/>
                    <a:pt x="0" y="17876"/>
                  </a:cubicBezTo>
                  <a:cubicBezTo>
                    <a:pt x="6460" y="11917"/>
                    <a:pt x="12921" y="6021"/>
                    <a:pt x="19381" y="0"/>
                  </a:cubicBezTo>
                  <a:cubicBezTo>
                    <a:pt x="19773" y="434"/>
                    <a:pt x="20230" y="869"/>
                    <a:pt x="20752" y="1303"/>
                  </a:cubicBezTo>
                </a:path>
              </a:pathLst>
            </a:cu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8" name="形状">
              <a:extLst>
                <a:ext uri="{FF2B5EF4-FFF2-40B4-BE49-F238E27FC236}">
                  <a16:creationId xmlns:a16="http://schemas.microsoft.com/office/drawing/2014/main" id="{4FCE3717-DC7B-0E13-EFF4-8F2B0CA37A75}"/>
                </a:ext>
              </a:extLst>
            </p:cNvPr>
            <p:cNvSpPr/>
            <p:nvPr/>
          </p:nvSpPr>
          <p:spPr>
            <a:xfrm>
              <a:off x="568813" y="2947029"/>
              <a:ext cx="372821" cy="248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686"/>
                  </a:moveTo>
                  <a:cubicBezTo>
                    <a:pt x="6833" y="13943"/>
                    <a:pt x="13097" y="5886"/>
                    <a:pt x="20347" y="0"/>
                  </a:cubicBezTo>
                  <a:cubicBezTo>
                    <a:pt x="20765" y="286"/>
                    <a:pt x="21182" y="629"/>
                    <a:pt x="21600" y="914"/>
                  </a:cubicBezTo>
                  <a:cubicBezTo>
                    <a:pt x="15488" y="6857"/>
                    <a:pt x="9376" y="12743"/>
                    <a:pt x="3303" y="18686"/>
                  </a:cubicBezTo>
                  <a:cubicBezTo>
                    <a:pt x="2392" y="19543"/>
                    <a:pt x="1556" y="20629"/>
                    <a:pt x="683" y="21600"/>
                  </a:cubicBezTo>
                  <a:cubicBezTo>
                    <a:pt x="418" y="21314"/>
                    <a:pt x="228" y="20971"/>
                    <a:pt x="0" y="20686"/>
                  </a:cubicBezTo>
                </a:path>
              </a:pathLst>
            </a:custGeom>
            <a:solidFill>
              <a:srgbClr val="2A2A2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199" name="形状">
              <a:extLst>
                <a:ext uri="{FF2B5EF4-FFF2-40B4-BE49-F238E27FC236}">
                  <a16:creationId xmlns:a16="http://schemas.microsoft.com/office/drawing/2014/main" id="{C5CDDA93-684F-19C4-DC26-D39EB4C27223}"/>
                </a:ext>
              </a:extLst>
            </p:cNvPr>
            <p:cNvSpPr/>
            <p:nvPr/>
          </p:nvSpPr>
          <p:spPr>
            <a:xfrm>
              <a:off x="3996671" y="2127170"/>
              <a:ext cx="73033" cy="1649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2" h="20932" extrusionOk="0">
                  <a:moveTo>
                    <a:pt x="0" y="20932"/>
                  </a:moveTo>
                  <a:cubicBezTo>
                    <a:pt x="1292" y="15387"/>
                    <a:pt x="2215" y="10918"/>
                    <a:pt x="3138" y="6449"/>
                  </a:cubicBezTo>
                  <a:cubicBezTo>
                    <a:pt x="3508" y="4215"/>
                    <a:pt x="4431" y="2311"/>
                    <a:pt x="9785" y="1070"/>
                  </a:cubicBezTo>
                  <a:cubicBezTo>
                    <a:pt x="16800" y="-668"/>
                    <a:pt x="19015" y="-585"/>
                    <a:pt x="20123" y="3553"/>
                  </a:cubicBezTo>
                  <a:cubicBezTo>
                    <a:pt x="21600" y="11084"/>
                    <a:pt x="16062" y="16463"/>
                    <a:pt x="0" y="20932"/>
                  </a:cubicBezTo>
                </a:path>
              </a:pathLst>
            </a:custGeom>
            <a:solidFill>
              <a:srgbClr val="F3F3F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0" name="形状">
              <a:extLst>
                <a:ext uri="{FF2B5EF4-FFF2-40B4-BE49-F238E27FC236}">
                  <a16:creationId xmlns:a16="http://schemas.microsoft.com/office/drawing/2014/main" id="{FD7673B0-159A-2C40-9B62-2B92C8209305}"/>
                </a:ext>
              </a:extLst>
            </p:cNvPr>
            <p:cNvSpPr/>
            <p:nvPr/>
          </p:nvSpPr>
          <p:spPr>
            <a:xfrm>
              <a:off x="2844401" y="6140379"/>
              <a:ext cx="245435" cy="259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930"/>
                  </a:moveTo>
                  <a:cubicBezTo>
                    <a:pt x="16877" y="6671"/>
                    <a:pt x="10771" y="10991"/>
                    <a:pt x="5818" y="16514"/>
                  </a:cubicBezTo>
                  <a:cubicBezTo>
                    <a:pt x="4378" y="18100"/>
                    <a:pt x="2246" y="19194"/>
                    <a:pt x="1958" y="21600"/>
                  </a:cubicBezTo>
                  <a:cubicBezTo>
                    <a:pt x="749" y="21600"/>
                    <a:pt x="691" y="20397"/>
                    <a:pt x="0" y="20014"/>
                  </a:cubicBezTo>
                  <a:cubicBezTo>
                    <a:pt x="6912" y="13343"/>
                    <a:pt x="13824" y="6726"/>
                    <a:pt x="20736" y="0"/>
                  </a:cubicBezTo>
                  <a:cubicBezTo>
                    <a:pt x="20966" y="328"/>
                    <a:pt x="21312" y="602"/>
                    <a:pt x="21600" y="930"/>
                  </a:cubicBezTo>
                </a:path>
              </a:pathLst>
            </a:custGeom>
            <a:solidFill>
              <a:srgbClr val="55555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1" name="形状">
              <a:extLst>
                <a:ext uri="{FF2B5EF4-FFF2-40B4-BE49-F238E27FC236}">
                  <a16:creationId xmlns:a16="http://schemas.microsoft.com/office/drawing/2014/main" id="{8054EBA1-6D1E-DD23-9592-AE9277CB0252}"/>
                </a:ext>
              </a:extLst>
            </p:cNvPr>
            <p:cNvSpPr/>
            <p:nvPr/>
          </p:nvSpPr>
          <p:spPr>
            <a:xfrm>
              <a:off x="3906921" y="8575816"/>
              <a:ext cx="57148" cy="210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83" h="21537" extrusionOk="0">
                  <a:moveTo>
                    <a:pt x="0" y="21537"/>
                  </a:moveTo>
                  <a:cubicBezTo>
                    <a:pt x="1592" y="14741"/>
                    <a:pt x="3183" y="8752"/>
                    <a:pt x="4547" y="2763"/>
                  </a:cubicBezTo>
                  <a:cubicBezTo>
                    <a:pt x="5229" y="812"/>
                    <a:pt x="9777" y="-63"/>
                    <a:pt x="15234" y="4"/>
                  </a:cubicBezTo>
                  <a:cubicBezTo>
                    <a:pt x="21600" y="72"/>
                    <a:pt x="19099" y="1821"/>
                    <a:pt x="19099" y="2898"/>
                  </a:cubicBezTo>
                  <a:cubicBezTo>
                    <a:pt x="19781" y="9492"/>
                    <a:pt x="16598" y="15750"/>
                    <a:pt x="0" y="21537"/>
                  </a:cubicBezTo>
                </a:path>
              </a:pathLst>
            </a:custGeom>
            <a:solidFill>
              <a:srgbClr val="EFEFE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2" name="形状">
              <a:extLst>
                <a:ext uri="{FF2B5EF4-FFF2-40B4-BE49-F238E27FC236}">
                  <a16:creationId xmlns:a16="http://schemas.microsoft.com/office/drawing/2014/main" id="{267D585F-C092-BD02-A40A-35A17173F7AF}"/>
                </a:ext>
              </a:extLst>
            </p:cNvPr>
            <p:cNvSpPr/>
            <p:nvPr/>
          </p:nvSpPr>
          <p:spPr>
            <a:xfrm>
              <a:off x="2512831" y="2967295"/>
              <a:ext cx="246954" cy="2287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1" h="21392" extrusionOk="0">
                  <a:moveTo>
                    <a:pt x="21481" y="979"/>
                  </a:moveTo>
                  <a:cubicBezTo>
                    <a:pt x="14949" y="8138"/>
                    <a:pt x="8074" y="14808"/>
                    <a:pt x="1027" y="21294"/>
                  </a:cubicBezTo>
                  <a:cubicBezTo>
                    <a:pt x="110" y="21600"/>
                    <a:pt x="-119" y="21172"/>
                    <a:pt x="53" y="20254"/>
                  </a:cubicBezTo>
                  <a:cubicBezTo>
                    <a:pt x="6699" y="13462"/>
                    <a:pt x="13288" y="6731"/>
                    <a:pt x="19934" y="0"/>
                  </a:cubicBezTo>
                  <a:cubicBezTo>
                    <a:pt x="20392" y="306"/>
                    <a:pt x="20908" y="612"/>
                    <a:pt x="21481" y="979"/>
                  </a:cubicBezTo>
                </a:path>
              </a:pathLst>
            </a:custGeom>
            <a:solidFill>
              <a:srgbClr val="21212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3" name="形状">
              <a:extLst>
                <a:ext uri="{FF2B5EF4-FFF2-40B4-BE49-F238E27FC236}">
                  <a16:creationId xmlns:a16="http://schemas.microsoft.com/office/drawing/2014/main" id="{056FF84E-FA97-6786-30AF-942A1B81BE8A}"/>
                </a:ext>
              </a:extLst>
            </p:cNvPr>
            <p:cNvSpPr/>
            <p:nvPr/>
          </p:nvSpPr>
          <p:spPr>
            <a:xfrm>
              <a:off x="3889550" y="6978285"/>
              <a:ext cx="55651" cy="203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72" h="21472" extrusionOk="0">
                  <a:moveTo>
                    <a:pt x="0" y="21472"/>
                  </a:moveTo>
                  <a:cubicBezTo>
                    <a:pt x="1379" y="15468"/>
                    <a:pt x="2528" y="9395"/>
                    <a:pt x="3677" y="3391"/>
                  </a:cubicBezTo>
                  <a:cubicBezTo>
                    <a:pt x="3906" y="1114"/>
                    <a:pt x="8732" y="-128"/>
                    <a:pt x="14706" y="10"/>
                  </a:cubicBezTo>
                  <a:cubicBezTo>
                    <a:pt x="21600" y="148"/>
                    <a:pt x="18383" y="2218"/>
                    <a:pt x="17923" y="3391"/>
                  </a:cubicBezTo>
                  <a:cubicBezTo>
                    <a:pt x="15855" y="9602"/>
                    <a:pt x="12409" y="15744"/>
                    <a:pt x="0" y="21472"/>
                  </a:cubicBezTo>
                </a:path>
              </a:pathLst>
            </a:custGeom>
            <a:solidFill>
              <a:srgbClr val="E8E8E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4" name="形状">
              <a:extLst>
                <a:ext uri="{FF2B5EF4-FFF2-40B4-BE49-F238E27FC236}">
                  <a16:creationId xmlns:a16="http://schemas.microsoft.com/office/drawing/2014/main" id="{131DE877-811A-BF9E-2AB7-0787882EC34A}"/>
                </a:ext>
              </a:extLst>
            </p:cNvPr>
            <p:cNvSpPr/>
            <p:nvPr/>
          </p:nvSpPr>
          <p:spPr>
            <a:xfrm>
              <a:off x="3330787" y="2978876"/>
              <a:ext cx="280173" cy="259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66" extrusionOk="0">
                  <a:moveTo>
                    <a:pt x="20839" y="0"/>
                  </a:moveTo>
                  <a:cubicBezTo>
                    <a:pt x="21093" y="215"/>
                    <a:pt x="21296" y="537"/>
                    <a:pt x="21600" y="752"/>
                  </a:cubicBezTo>
                  <a:cubicBezTo>
                    <a:pt x="16327" y="6233"/>
                    <a:pt x="11003" y="11713"/>
                    <a:pt x="5780" y="17301"/>
                  </a:cubicBezTo>
                  <a:cubicBezTo>
                    <a:pt x="5020" y="18107"/>
                    <a:pt x="3093" y="18484"/>
                    <a:pt x="4107" y="20472"/>
                  </a:cubicBezTo>
                  <a:cubicBezTo>
                    <a:pt x="2890" y="21600"/>
                    <a:pt x="1470" y="21493"/>
                    <a:pt x="0" y="21063"/>
                  </a:cubicBezTo>
                  <a:cubicBezTo>
                    <a:pt x="6896" y="14024"/>
                    <a:pt x="13842" y="7039"/>
                    <a:pt x="20839" y="0"/>
                  </a:cubicBezTo>
                </a:path>
              </a:pathLst>
            </a:custGeom>
            <a:solidFill>
              <a:srgbClr val="70707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5" name="形状">
              <a:extLst>
                <a:ext uri="{FF2B5EF4-FFF2-40B4-BE49-F238E27FC236}">
                  <a16:creationId xmlns:a16="http://schemas.microsoft.com/office/drawing/2014/main" id="{B8CE182E-D349-C9BC-F919-668A42461336}"/>
                </a:ext>
              </a:extLst>
            </p:cNvPr>
            <p:cNvSpPr/>
            <p:nvPr/>
          </p:nvSpPr>
          <p:spPr>
            <a:xfrm>
              <a:off x="1272335" y="685916"/>
              <a:ext cx="332289" cy="18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6" extrusionOk="0">
                  <a:moveTo>
                    <a:pt x="21600" y="1141"/>
                  </a:moveTo>
                  <a:cubicBezTo>
                    <a:pt x="16445" y="7606"/>
                    <a:pt x="10907" y="12930"/>
                    <a:pt x="5198" y="17873"/>
                  </a:cubicBezTo>
                  <a:cubicBezTo>
                    <a:pt x="4133" y="18786"/>
                    <a:pt x="2812" y="19014"/>
                    <a:pt x="2215" y="21296"/>
                  </a:cubicBezTo>
                  <a:cubicBezTo>
                    <a:pt x="1321" y="21600"/>
                    <a:pt x="682" y="20687"/>
                    <a:pt x="0" y="19927"/>
                  </a:cubicBezTo>
                  <a:cubicBezTo>
                    <a:pt x="7413" y="14603"/>
                    <a:pt x="14144" y="7301"/>
                    <a:pt x="20918" y="0"/>
                  </a:cubicBezTo>
                  <a:cubicBezTo>
                    <a:pt x="21217" y="228"/>
                    <a:pt x="21557" y="380"/>
                    <a:pt x="21600" y="1141"/>
                  </a:cubicBezTo>
                </a:path>
              </a:pathLst>
            </a:custGeom>
            <a:solidFill>
              <a:srgbClr val="67676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6" name="形状">
              <a:extLst>
                <a:ext uri="{FF2B5EF4-FFF2-40B4-BE49-F238E27FC236}">
                  <a16:creationId xmlns:a16="http://schemas.microsoft.com/office/drawing/2014/main" id="{A67303FD-C622-0032-C875-0FF88FA249AA}"/>
                </a:ext>
              </a:extLst>
            </p:cNvPr>
            <p:cNvSpPr/>
            <p:nvPr/>
          </p:nvSpPr>
          <p:spPr>
            <a:xfrm>
              <a:off x="2916780" y="8074341"/>
              <a:ext cx="213590" cy="231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39" extrusionOk="0">
                  <a:moveTo>
                    <a:pt x="21600" y="939"/>
                  </a:moveTo>
                  <a:cubicBezTo>
                    <a:pt x="15589" y="7220"/>
                    <a:pt x="8059" y="12209"/>
                    <a:pt x="2444" y="18959"/>
                  </a:cubicBezTo>
                  <a:cubicBezTo>
                    <a:pt x="4558" y="20133"/>
                    <a:pt x="6473" y="19076"/>
                    <a:pt x="8257" y="19663"/>
                  </a:cubicBezTo>
                  <a:cubicBezTo>
                    <a:pt x="5350" y="20661"/>
                    <a:pt x="2378" y="21600"/>
                    <a:pt x="0" y="18665"/>
                  </a:cubicBezTo>
                  <a:cubicBezTo>
                    <a:pt x="6143" y="11798"/>
                    <a:pt x="13806" y="6280"/>
                    <a:pt x="20609" y="0"/>
                  </a:cubicBezTo>
                  <a:cubicBezTo>
                    <a:pt x="20939" y="293"/>
                    <a:pt x="21204" y="587"/>
                    <a:pt x="21600" y="939"/>
                  </a:cubicBezTo>
                </a:path>
              </a:pathLst>
            </a:custGeom>
            <a:solidFill>
              <a:srgbClr val="4A4A4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7" name="形状">
              <a:extLst>
                <a:ext uri="{FF2B5EF4-FFF2-40B4-BE49-F238E27FC236}">
                  <a16:creationId xmlns:a16="http://schemas.microsoft.com/office/drawing/2014/main" id="{A3405043-C4A8-3007-E6D5-AD6BBBDFE26D}"/>
                </a:ext>
              </a:extLst>
            </p:cNvPr>
            <p:cNvSpPr/>
            <p:nvPr/>
          </p:nvSpPr>
          <p:spPr>
            <a:xfrm>
              <a:off x="3971764" y="3960331"/>
              <a:ext cx="51969" cy="132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49" h="21600" extrusionOk="0">
                  <a:moveTo>
                    <a:pt x="14711" y="0"/>
                  </a:moveTo>
                  <a:cubicBezTo>
                    <a:pt x="18638" y="8576"/>
                    <a:pt x="9409" y="14718"/>
                    <a:pt x="2340" y="21600"/>
                  </a:cubicBezTo>
                  <a:cubicBezTo>
                    <a:pt x="-2962" y="8788"/>
                    <a:pt x="573" y="2541"/>
                    <a:pt x="14711" y="0"/>
                  </a:cubicBezTo>
                </a:path>
              </a:pathLst>
            </a:custGeom>
            <a:solidFill>
              <a:srgbClr val="DADAD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8" name="形状">
              <a:extLst>
                <a:ext uri="{FF2B5EF4-FFF2-40B4-BE49-F238E27FC236}">
                  <a16:creationId xmlns:a16="http://schemas.microsoft.com/office/drawing/2014/main" id="{422F93CF-5307-8D6E-B344-9BA803AC6DD1}"/>
                </a:ext>
              </a:extLst>
            </p:cNvPr>
            <p:cNvSpPr/>
            <p:nvPr/>
          </p:nvSpPr>
          <p:spPr>
            <a:xfrm>
              <a:off x="2271162" y="2842803"/>
              <a:ext cx="202009" cy="146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218"/>
                  </a:moveTo>
                  <a:cubicBezTo>
                    <a:pt x="14889" y="8679"/>
                    <a:pt x="8109" y="15139"/>
                    <a:pt x="1398" y="21600"/>
                  </a:cubicBezTo>
                  <a:cubicBezTo>
                    <a:pt x="909" y="21021"/>
                    <a:pt x="489" y="20443"/>
                    <a:pt x="0" y="19864"/>
                  </a:cubicBezTo>
                  <a:cubicBezTo>
                    <a:pt x="6711" y="13211"/>
                    <a:pt x="13351" y="6654"/>
                    <a:pt x="19992" y="0"/>
                  </a:cubicBezTo>
                  <a:cubicBezTo>
                    <a:pt x="20621" y="771"/>
                    <a:pt x="21111" y="1446"/>
                    <a:pt x="21600" y="2218"/>
                  </a:cubicBezTo>
                </a:path>
              </a:pathLst>
            </a:custGeom>
            <a:solidFill>
              <a:srgbClr val="33333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09" name="形状">
              <a:extLst>
                <a:ext uri="{FF2B5EF4-FFF2-40B4-BE49-F238E27FC236}">
                  <a16:creationId xmlns:a16="http://schemas.microsoft.com/office/drawing/2014/main" id="{E87DAE09-E1B8-C958-0FAD-D622BE56F291}"/>
                </a:ext>
              </a:extLst>
            </p:cNvPr>
            <p:cNvSpPr/>
            <p:nvPr/>
          </p:nvSpPr>
          <p:spPr>
            <a:xfrm>
              <a:off x="1003085" y="5014166"/>
              <a:ext cx="155690" cy="144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7967"/>
                  </a:moveTo>
                  <a:cubicBezTo>
                    <a:pt x="6236" y="11389"/>
                    <a:pt x="12743" y="5302"/>
                    <a:pt x="19973" y="0"/>
                  </a:cubicBezTo>
                  <a:cubicBezTo>
                    <a:pt x="20515" y="687"/>
                    <a:pt x="21058" y="1276"/>
                    <a:pt x="21600" y="1865"/>
                  </a:cubicBezTo>
                  <a:cubicBezTo>
                    <a:pt x="16268" y="6676"/>
                    <a:pt x="10845" y="11585"/>
                    <a:pt x="5603" y="16495"/>
                  </a:cubicBezTo>
                  <a:cubicBezTo>
                    <a:pt x="4248" y="17771"/>
                    <a:pt x="1356" y="18556"/>
                    <a:pt x="3254" y="21600"/>
                  </a:cubicBezTo>
                  <a:cubicBezTo>
                    <a:pt x="1356" y="21305"/>
                    <a:pt x="542" y="19833"/>
                    <a:pt x="0" y="17967"/>
                  </a:cubicBezTo>
                </a:path>
              </a:pathLst>
            </a:custGeom>
            <a:solidFill>
              <a:srgbClr val="2C2C2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0" name="形状">
              <a:extLst>
                <a:ext uri="{FF2B5EF4-FFF2-40B4-BE49-F238E27FC236}">
                  <a16:creationId xmlns:a16="http://schemas.microsoft.com/office/drawing/2014/main" id="{1F2E14E0-E4D5-BD6B-D933-0B962DC8B920}"/>
                </a:ext>
              </a:extLst>
            </p:cNvPr>
            <p:cNvSpPr/>
            <p:nvPr/>
          </p:nvSpPr>
          <p:spPr>
            <a:xfrm>
              <a:off x="756997" y="7755873"/>
              <a:ext cx="152790" cy="833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019"/>
                  </a:moveTo>
                  <a:cubicBezTo>
                    <a:pt x="7045" y="13837"/>
                    <a:pt x="11866" y="2531"/>
                    <a:pt x="18633" y="0"/>
                  </a:cubicBezTo>
                  <a:cubicBezTo>
                    <a:pt x="19653" y="844"/>
                    <a:pt x="20580" y="2025"/>
                    <a:pt x="21600" y="2869"/>
                  </a:cubicBezTo>
                  <a:cubicBezTo>
                    <a:pt x="15760" y="10800"/>
                    <a:pt x="9178" y="16200"/>
                    <a:pt x="2688" y="21600"/>
                  </a:cubicBezTo>
                  <a:cubicBezTo>
                    <a:pt x="1761" y="19237"/>
                    <a:pt x="834" y="17044"/>
                    <a:pt x="0" y="15019"/>
                  </a:cubicBezTo>
                </a:path>
              </a:pathLst>
            </a:custGeom>
            <a:solidFill>
              <a:srgbClr val="25252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1" name="形状">
              <a:extLst>
                <a:ext uri="{FF2B5EF4-FFF2-40B4-BE49-F238E27FC236}">
                  <a16:creationId xmlns:a16="http://schemas.microsoft.com/office/drawing/2014/main" id="{6414E0A7-B60F-878F-D201-CF7843E8BFD0}"/>
                </a:ext>
              </a:extLst>
            </p:cNvPr>
            <p:cNvSpPr/>
            <p:nvPr/>
          </p:nvSpPr>
          <p:spPr>
            <a:xfrm>
              <a:off x="4018320" y="4779659"/>
              <a:ext cx="23162" cy="164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706" h="21600" extrusionOk="0">
                  <a:moveTo>
                    <a:pt x="14706" y="0"/>
                  </a:moveTo>
                  <a:cubicBezTo>
                    <a:pt x="14706" y="7171"/>
                    <a:pt x="14706" y="14342"/>
                    <a:pt x="14706" y="21600"/>
                  </a:cubicBezTo>
                  <a:cubicBezTo>
                    <a:pt x="9981" y="21600"/>
                    <a:pt x="5931" y="21514"/>
                    <a:pt x="1206" y="21514"/>
                  </a:cubicBezTo>
                  <a:cubicBezTo>
                    <a:pt x="1881" y="14342"/>
                    <a:pt x="-6894" y="7171"/>
                    <a:pt x="14706" y="0"/>
                  </a:cubicBezTo>
                </a:path>
              </a:pathLst>
            </a:custGeom>
            <a:solidFill>
              <a:srgbClr val="8585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2" name="形状">
              <a:extLst>
                <a:ext uri="{FF2B5EF4-FFF2-40B4-BE49-F238E27FC236}">
                  <a16:creationId xmlns:a16="http://schemas.microsoft.com/office/drawing/2014/main" id="{7AC25C27-E3F2-AA00-13ED-CA517F3276AF}"/>
                </a:ext>
              </a:extLst>
            </p:cNvPr>
            <p:cNvSpPr/>
            <p:nvPr/>
          </p:nvSpPr>
          <p:spPr>
            <a:xfrm>
              <a:off x="3600035" y="4724651"/>
              <a:ext cx="123839" cy="158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00"/>
                  </a:moveTo>
                  <a:cubicBezTo>
                    <a:pt x="16000" y="9450"/>
                    <a:pt x="8343" y="15750"/>
                    <a:pt x="0" y="21600"/>
                  </a:cubicBezTo>
                  <a:cubicBezTo>
                    <a:pt x="4686" y="13410"/>
                    <a:pt x="12343" y="6930"/>
                    <a:pt x="19314" y="0"/>
                  </a:cubicBezTo>
                  <a:cubicBezTo>
                    <a:pt x="20229" y="630"/>
                    <a:pt x="20800" y="1260"/>
                    <a:pt x="21600" y="1800"/>
                  </a:cubicBezTo>
                </a:path>
              </a:pathLst>
            </a:custGeom>
            <a:solidFill>
              <a:srgbClr val="40404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3" name="形状">
              <a:extLst>
                <a:ext uri="{FF2B5EF4-FFF2-40B4-BE49-F238E27FC236}">
                  <a16:creationId xmlns:a16="http://schemas.microsoft.com/office/drawing/2014/main" id="{DCB83744-045D-5D60-48C8-E9C44EC1C42A}"/>
                </a:ext>
              </a:extLst>
            </p:cNvPr>
            <p:cNvSpPr/>
            <p:nvPr/>
          </p:nvSpPr>
          <p:spPr>
            <a:xfrm>
              <a:off x="1252069" y="5106811"/>
              <a:ext cx="146992" cy="112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53" extrusionOk="0">
                  <a:moveTo>
                    <a:pt x="0" y="17451"/>
                  </a:moveTo>
                  <a:cubicBezTo>
                    <a:pt x="6616" y="11593"/>
                    <a:pt x="13232" y="5858"/>
                    <a:pt x="19849" y="0"/>
                  </a:cubicBezTo>
                  <a:cubicBezTo>
                    <a:pt x="20432" y="732"/>
                    <a:pt x="21016" y="1464"/>
                    <a:pt x="21600" y="2197"/>
                  </a:cubicBezTo>
                  <a:cubicBezTo>
                    <a:pt x="17514" y="6224"/>
                    <a:pt x="13330" y="10251"/>
                    <a:pt x="9243" y="14400"/>
                  </a:cubicBezTo>
                  <a:cubicBezTo>
                    <a:pt x="7492" y="16231"/>
                    <a:pt x="4476" y="17085"/>
                    <a:pt x="4670" y="21112"/>
                  </a:cubicBezTo>
                  <a:cubicBezTo>
                    <a:pt x="2238" y="21600"/>
                    <a:pt x="2141" y="17573"/>
                    <a:pt x="0" y="17451"/>
                  </a:cubicBezTo>
                </a:path>
              </a:pathLst>
            </a:custGeom>
            <a:solidFill>
              <a:srgbClr val="30303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4" name="形状">
              <a:extLst>
                <a:ext uri="{FF2B5EF4-FFF2-40B4-BE49-F238E27FC236}">
                  <a16:creationId xmlns:a16="http://schemas.microsoft.com/office/drawing/2014/main" id="{77522EDA-7C0F-F793-8FE3-C8D296C02A56}"/>
                </a:ext>
              </a:extLst>
            </p:cNvPr>
            <p:cNvSpPr/>
            <p:nvPr/>
          </p:nvSpPr>
          <p:spPr>
            <a:xfrm>
              <a:off x="3765059" y="5697421"/>
              <a:ext cx="167262" cy="155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6" y="21600"/>
                  </a:moveTo>
                  <a:cubicBezTo>
                    <a:pt x="935" y="20965"/>
                    <a:pt x="510" y="20511"/>
                    <a:pt x="0" y="19876"/>
                  </a:cubicBezTo>
                  <a:cubicBezTo>
                    <a:pt x="6718" y="13250"/>
                    <a:pt x="13266" y="6625"/>
                    <a:pt x="19984" y="0"/>
                  </a:cubicBezTo>
                  <a:cubicBezTo>
                    <a:pt x="20920" y="182"/>
                    <a:pt x="21515" y="726"/>
                    <a:pt x="21600" y="1724"/>
                  </a:cubicBezTo>
                  <a:cubicBezTo>
                    <a:pt x="14797" y="8259"/>
                    <a:pt x="8079" y="14884"/>
                    <a:pt x="1446" y="21600"/>
                  </a:cubicBezTo>
                </a:path>
              </a:pathLst>
            </a:custGeom>
            <a:solidFill>
              <a:srgbClr val="69696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5" name="形状">
              <a:extLst>
                <a:ext uri="{FF2B5EF4-FFF2-40B4-BE49-F238E27FC236}">
                  <a16:creationId xmlns:a16="http://schemas.microsoft.com/office/drawing/2014/main" id="{BEEF7B05-C5A8-3B20-6161-72201FF1602E}"/>
                </a:ext>
              </a:extLst>
            </p:cNvPr>
            <p:cNvSpPr/>
            <p:nvPr/>
          </p:nvSpPr>
          <p:spPr>
            <a:xfrm>
              <a:off x="2140880" y="6316984"/>
              <a:ext cx="126732" cy="123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0114"/>
                  </a:moveTo>
                  <a:cubicBezTo>
                    <a:pt x="5932" y="12914"/>
                    <a:pt x="11639" y="5600"/>
                    <a:pt x="19138" y="0"/>
                  </a:cubicBezTo>
                  <a:cubicBezTo>
                    <a:pt x="20033" y="914"/>
                    <a:pt x="20705" y="1600"/>
                    <a:pt x="21600" y="2514"/>
                  </a:cubicBezTo>
                  <a:cubicBezTo>
                    <a:pt x="16788" y="9943"/>
                    <a:pt x="7275" y="12686"/>
                    <a:pt x="4029" y="21600"/>
                  </a:cubicBezTo>
                  <a:cubicBezTo>
                    <a:pt x="2798" y="21029"/>
                    <a:pt x="1343" y="20571"/>
                    <a:pt x="0" y="20114"/>
                  </a:cubicBezTo>
                </a:path>
              </a:pathLst>
            </a:custGeom>
            <a:solidFill>
              <a:srgbClr val="2F2F2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6" name="形状">
              <a:extLst>
                <a:ext uri="{FF2B5EF4-FFF2-40B4-BE49-F238E27FC236}">
                  <a16:creationId xmlns:a16="http://schemas.microsoft.com/office/drawing/2014/main" id="{A3E2817B-090C-DC14-338C-6FEB91FF381D}"/>
                </a:ext>
              </a:extLst>
            </p:cNvPr>
            <p:cNvSpPr/>
            <p:nvPr/>
          </p:nvSpPr>
          <p:spPr>
            <a:xfrm>
              <a:off x="1746498" y="5025747"/>
              <a:ext cx="118684" cy="1165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8" h="21335" extrusionOk="0">
                  <a:moveTo>
                    <a:pt x="188" y="18930"/>
                  </a:moveTo>
                  <a:cubicBezTo>
                    <a:pt x="6208" y="12499"/>
                    <a:pt x="11755" y="5461"/>
                    <a:pt x="18837" y="0"/>
                  </a:cubicBezTo>
                  <a:cubicBezTo>
                    <a:pt x="19664" y="728"/>
                    <a:pt x="20490" y="1578"/>
                    <a:pt x="21198" y="2184"/>
                  </a:cubicBezTo>
                  <a:cubicBezTo>
                    <a:pt x="14942" y="8616"/>
                    <a:pt x="8687" y="14804"/>
                    <a:pt x="2313" y="21236"/>
                  </a:cubicBezTo>
                  <a:cubicBezTo>
                    <a:pt x="424" y="21600"/>
                    <a:pt x="-402" y="20993"/>
                    <a:pt x="188" y="18930"/>
                  </a:cubicBezTo>
                </a:path>
              </a:pathLst>
            </a:custGeom>
            <a:solidFill>
              <a:srgbClr val="39393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7" name="形状">
              <a:extLst>
                <a:ext uri="{FF2B5EF4-FFF2-40B4-BE49-F238E27FC236}">
                  <a16:creationId xmlns:a16="http://schemas.microsoft.com/office/drawing/2014/main" id="{FF0EA7BF-9F93-BE37-C8D9-6BBD737D8B58}"/>
                </a:ext>
              </a:extLst>
            </p:cNvPr>
            <p:cNvSpPr/>
            <p:nvPr/>
          </p:nvSpPr>
          <p:spPr>
            <a:xfrm>
              <a:off x="316935" y="2431692"/>
              <a:ext cx="84847" cy="94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9" h="21600" extrusionOk="0">
                  <a:moveTo>
                    <a:pt x="0" y="0"/>
                  </a:moveTo>
                  <a:cubicBezTo>
                    <a:pt x="9933" y="4500"/>
                    <a:pt x="21600" y="7650"/>
                    <a:pt x="20496" y="21600"/>
                  </a:cubicBezTo>
                  <a:cubicBezTo>
                    <a:pt x="11825" y="16200"/>
                    <a:pt x="5361" y="8700"/>
                    <a:pt x="0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8" name="形状">
              <a:extLst>
                <a:ext uri="{FF2B5EF4-FFF2-40B4-BE49-F238E27FC236}">
                  <a16:creationId xmlns:a16="http://schemas.microsoft.com/office/drawing/2014/main" id="{838BD3D2-E4A0-5EB1-8E3B-C9069B15C607}"/>
                </a:ext>
              </a:extLst>
            </p:cNvPr>
            <p:cNvSpPr/>
            <p:nvPr/>
          </p:nvSpPr>
          <p:spPr>
            <a:xfrm>
              <a:off x="765683" y="4941787"/>
              <a:ext cx="155688" cy="115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7673"/>
                  </a:moveTo>
                  <a:cubicBezTo>
                    <a:pt x="5965" y="10677"/>
                    <a:pt x="13014" y="5768"/>
                    <a:pt x="19792" y="0"/>
                  </a:cubicBezTo>
                  <a:cubicBezTo>
                    <a:pt x="20335" y="982"/>
                    <a:pt x="21058" y="1718"/>
                    <a:pt x="21600" y="2700"/>
                  </a:cubicBezTo>
                  <a:cubicBezTo>
                    <a:pt x="17081" y="6259"/>
                    <a:pt x="12472" y="9818"/>
                    <a:pt x="7953" y="13623"/>
                  </a:cubicBezTo>
                  <a:cubicBezTo>
                    <a:pt x="5784" y="15586"/>
                    <a:pt x="2711" y="16936"/>
                    <a:pt x="2711" y="21600"/>
                  </a:cubicBezTo>
                  <a:cubicBezTo>
                    <a:pt x="1898" y="20250"/>
                    <a:pt x="994" y="19023"/>
                    <a:pt x="0" y="17673"/>
                  </a:cubicBezTo>
                </a:path>
              </a:pathLst>
            </a:custGeom>
            <a:solidFill>
              <a:srgbClr val="3F3F3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19" name="形状">
              <a:extLst>
                <a:ext uri="{FF2B5EF4-FFF2-40B4-BE49-F238E27FC236}">
                  <a16:creationId xmlns:a16="http://schemas.microsoft.com/office/drawing/2014/main" id="{65470DBC-6C46-0FB7-1C97-60B9C0F52003}"/>
                </a:ext>
              </a:extLst>
            </p:cNvPr>
            <p:cNvSpPr/>
            <p:nvPr/>
          </p:nvSpPr>
          <p:spPr>
            <a:xfrm>
              <a:off x="664353" y="5842179"/>
              <a:ext cx="120944" cy="83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994"/>
                  </a:moveTo>
                  <a:cubicBezTo>
                    <a:pt x="7823" y="14006"/>
                    <a:pt x="11792" y="3713"/>
                    <a:pt x="18097" y="0"/>
                  </a:cubicBezTo>
                  <a:cubicBezTo>
                    <a:pt x="19265" y="1013"/>
                    <a:pt x="20432" y="1856"/>
                    <a:pt x="21600" y="2869"/>
                  </a:cubicBezTo>
                  <a:cubicBezTo>
                    <a:pt x="17514" y="11644"/>
                    <a:pt x="8173" y="11138"/>
                    <a:pt x="4904" y="21600"/>
                  </a:cubicBezTo>
                  <a:cubicBezTo>
                    <a:pt x="3386" y="18731"/>
                    <a:pt x="1751" y="15694"/>
                    <a:pt x="0" y="12994"/>
                  </a:cubicBezTo>
                </a:path>
              </a:pathLst>
            </a:custGeom>
            <a:solidFill>
              <a:srgbClr val="38383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0" name="形状">
              <a:extLst>
                <a:ext uri="{FF2B5EF4-FFF2-40B4-BE49-F238E27FC236}">
                  <a16:creationId xmlns:a16="http://schemas.microsoft.com/office/drawing/2014/main" id="{B36BA9F1-9D42-18A5-9B88-8E2C12FC073C}"/>
                </a:ext>
              </a:extLst>
            </p:cNvPr>
            <p:cNvSpPr/>
            <p:nvPr/>
          </p:nvSpPr>
          <p:spPr>
            <a:xfrm>
              <a:off x="3918502" y="5660450"/>
              <a:ext cx="62584" cy="768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9" h="19257" extrusionOk="0">
                  <a:moveTo>
                    <a:pt x="3909" y="12167"/>
                  </a:moveTo>
                  <a:cubicBezTo>
                    <a:pt x="2469" y="11013"/>
                    <a:pt x="1234" y="10188"/>
                    <a:pt x="0" y="9034"/>
                  </a:cubicBezTo>
                  <a:cubicBezTo>
                    <a:pt x="4526" y="6066"/>
                    <a:pt x="7200" y="-2343"/>
                    <a:pt x="13577" y="625"/>
                  </a:cubicBezTo>
                  <a:cubicBezTo>
                    <a:pt x="19954" y="3428"/>
                    <a:pt x="21600" y="11013"/>
                    <a:pt x="17074" y="19257"/>
                  </a:cubicBezTo>
                  <a:cubicBezTo>
                    <a:pt x="12549" y="15959"/>
                    <a:pt x="11520" y="9199"/>
                    <a:pt x="3909" y="12167"/>
                  </a:cubicBezTo>
                </a:path>
              </a:pathLst>
            </a:custGeom>
            <a:solidFill>
              <a:srgbClr val="C3C3C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1" name="形状">
              <a:extLst>
                <a:ext uri="{FF2B5EF4-FFF2-40B4-BE49-F238E27FC236}">
                  <a16:creationId xmlns:a16="http://schemas.microsoft.com/office/drawing/2014/main" id="{65B84984-4DD0-AFC6-23BE-78D11454DEC9}"/>
                </a:ext>
              </a:extLst>
            </p:cNvPr>
            <p:cNvSpPr/>
            <p:nvPr/>
          </p:nvSpPr>
          <p:spPr>
            <a:xfrm>
              <a:off x="3990467" y="8323322"/>
              <a:ext cx="23162" cy="1122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624" h="21600" extrusionOk="0">
                  <a:moveTo>
                    <a:pt x="0" y="21600"/>
                  </a:moveTo>
                  <a:cubicBezTo>
                    <a:pt x="0" y="13060"/>
                    <a:pt x="0" y="6405"/>
                    <a:pt x="0" y="0"/>
                  </a:cubicBezTo>
                  <a:cubicBezTo>
                    <a:pt x="11291" y="6530"/>
                    <a:pt x="21600" y="13060"/>
                    <a:pt x="0" y="21600"/>
                  </a:cubicBezTo>
                </a:path>
              </a:pathLst>
            </a:custGeom>
            <a:solidFill>
              <a:srgbClr val="87878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2" name="形状">
              <a:extLst>
                <a:ext uri="{FF2B5EF4-FFF2-40B4-BE49-F238E27FC236}">
                  <a16:creationId xmlns:a16="http://schemas.microsoft.com/office/drawing/2014/main" id="{5990294B-C3CA-DEA7-B8FE-B205F78434B9}"/>
                </a:ext>
              </a:extLst>
            </p:cNvPr>
            <p:cNvSpPr/>
            <p:nvPr/>
          </p:nvSpPr>
          <p:spPr>
            <a:xfrm>
              <a:off x="2855924" y="1004382"/>
              <a:ext cx="103051" cy="1668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54" h="21576" extrusionOk="0">
                  <a:moveTo>
                    <a:pt x="5686" y="0"/>
                  </a:moveTo>
                  <a:cubicBezTo>
                    <a:pt x="5686" y="1018"/>
                    <a:pt x="5686" y="2028"/>
                    <a:pt x="5686" y="3038"/>
                  </a:cubicBezTo>
                  <a:cubicBezTo>
                    <a:pt x="5816" y="7358"/>
                    <a:pt x="13233" y="11653"/>
                    <a:pt x="17136" y="15956"/>
                  </a:cubicBezTo>
                  <a:cubicBezTo>
                    <a:pt x="18698" y="17670"/>
                    <a:pt x="19218" y="19385"/>
                    <a:pt x="20259" y="21091"/>
                  </a:cubicBezTo>
                  <a:cubicBezTo>
                    <a:pt x="20389" y="21303"/>
                    <a:pt x="21040" y="21600"/>
                    <a:pt x="15835" y="21575"/>
                  </a:cubicBezTo>
                  <a:cubicBezTo>
                    <a:pt x="11671" y="21558"/>
                    <a:pt x="12322" y="21286"/>
                    <a:pt x="12322" y="21099"/>
                  </a:cubicBezTo>
                  <a:cubicBezTo>
                    <a:pt x="11671" y="16160"/>
                    <a:pt x="1782" y="11254"/>
                    <a:pt x="221" y="6314"/>
                  </a:cubicBezTo>
                  <a:cubicBezTo>
                    <a:pt x="-560" y="4210"/>
                    <a:pt x="611" y="2105"/>
                    <a:pt x="5686" y="0"/>
                  </a:cubicBezTo>
                </a:path>
              </a:pathLst>
            </a:custGeom>
            <a:solidFill>
              <a:srgbClr val="06060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3" name="形状">
              <a:extLst>
                <a:ext uri="{FF2B5EF4-FFF2-40B4-BE49-F238E27FC236}">
                  <a16:creationId xmlns:a16="http://schemas.microsoft.com/office/drawing/2014/main" id="{379B436F-AD52-BF30-9CF3-7836404F7EC0}"/>
                </a:ext>
              </a:extLst>
            </p:cNvPr>
            <p:cNvSpPr/>
            <p:nvPr/>
          </p:nvSpPr>
          <p:spPr>
            <a:xfrm>
              <a:off x="2318558" y="1030439"/>
              <a:ext cx="62162" cy="1726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504" h="21586" extrusionOk="0">
                  <a:moveTo>
                    <a:pt x="8747" y="0"/>
                  </a:moveTo>
                  <a:cubicBezTo>
                    <a:pt x="12784" y="66"/>
                    <a:pt x="11775" y="189"/>
                    <a:pt x="11573" y="279"/>
                  </a:cubicBezTo>
                  <a:cubicBezTo>
                    <a:pt x="4104" y="4415"/>
                    <a:pt x="13188" y="8543"/>
                    <a:pt x="17427" y="12671"/>
                  </a:cubicBezTo>
                  <a:cubicBezTo>
                    <a:pt x="20254" y="15429"/>
                    <a:pt x="21263" y="18186"/>
                    <a:pt x="13390" y="20927"/>
                  </a:cubicBezTo>
                  <a:cubicBezTo>
                    <a:pt x="12986" y="21083"/>
                    <a:pt x="12784" y="21231"/>
                    <a:pt x="11775" y="21378"/>
                  </a:cubicBezTo>
                  <a:cubicBezTo>
                    <a:pt x="10968" y="21518"/>
                    <a:pt x="8142" y="21600"/>
                    <a:pt x="4710" y="21584"/>
                  </a:cubicBezTo>
                  <a:cubicBezTo>
                    <a:pt x="1076" y="21567"/>
                    <a:pt x="-337" y="21436"/>
                    <a:pt x="67" y="21296"/>
                  </a:cubicBezTo>
                  <a:cubicBezTo>
                    <a:pt x="1076" y="20911"/>
                    <a:pt x="2085" y="20525"/>
                    <a:pt x="2893" y="20139"/>
                  </a:cubicBezTo>
                  <a:cubicBezTo>
                    <a:pt x="11977" y="15872"/>
                    <a:pt x="4306" y="11612"/>
                    <a:pt x="1480" y="7361"/>
                  </a:cubicBezTo>
                  <a:cubicBezTo>
                    <a:pt x="-135" y="5055"/>
                    <a:pt x="67" y="2757"/>
                    <a:pt x="5719" y="460"/>
                  </a:cubicBezTo>
                  <a:cubicBezTo>
                    <a:pt x="6325" y="295"/>
                    <a:pt x="4912" y="115"/>
                    <a:pt x="8747" y="0"/>
                  </a:cubicBezTo>
                </a:path>
              </a:pathLst>
            </a:custGeom>
            <a:solidFill>
              <a:srgbClr val="09090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4" name="形状">
              <a:extLst>
                <a:ext uri="{FF2B5EF4-FFF2-40B4-BE49-F238E27FC236}">
                  <a16:creationId xmlns:a16="http://schemas.microsoft.com/office/drawing/2014/main" id="{CB5D2374-D3B0-E695-46D7-84C3508E8240}"/>
                </a:ext>
              </a:extLst>
            </p:cNvPr>
            <p:cNvSpPr/>
            <p:nvPr/>
          </p:nvSpPr>
          <p:spPr>
            <a:xfrm>
              <a:off x="1593697" y="362339"/>
              <a:ext cx="544549" cy="331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6" h="20655" extrusionOk="0">
                  <a:moveTo>
                    <a:pt x="411" y="20655"/>
                  </a:moveTo>
                  <a:cubicBezTo>
                    <a:pt x="283" y="20451"/>
                    <a:pt x="129" y="20247"/>
                    <a:pt x="0" y="20043"/>
                  </a:cubicBezTo>
                  <a:cubicBezTo>
                    <a:pt x="6249" y="13509"/>
                    <a:pt x="12189" y="6282"/>
                    <a:pt x="19029" y="1301"/>
                  </a:cubicBezTo>
                  <a:cubicBezTo>
                    <a:pt x="19723" y="770"/>
                    <a:pt x="20751" y="-945"/>
                    <a:pt x="21240" y="688"/>
                  </a:cubicBezTo>
                  <a:cubicBezTo>
                    <a:pt x="21600" y="1913"/>
                    <a:pt x="20134" y="2117"/>
                    <a:pt x="19491" y="2607"/>
                  </a:cubicBezTo>
                  <a:cubicBezTo>
                    <a:pt x="15223" y="5629"/>
                    <a:pt x="11340" y="9671"/>
                    <a:pt x="7431" y="13714"/>
                  </a:cubicBezTo>
                  <a:cubicBezTo>
                    <a:pt x="5117" y="16041"/>
                    <a:pt x="2751" y="18328"/>
                    <a:pt x="411" y="20655"/>
                  </a:cubicBezTo>
                </a:path>
              </a:pathLst>
            </a:custGeom>
            <a:solidFill>
              <a:srgbClr val="20202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5" name="形状">
              <a:extLst>
                <a:ext uri="{FF2B5EF4-FFF2-40B4-BE49-F238E27FC236}">
                  <a16:creationId xmlns:a16="http://schemas.microsoft.com/office/drawing/2014/main" id="{E7A4A3D9-D2A5-E22C-8D93-7520BD35428F}"/>
                </a:ext>
              </a:extLst>
            </p:cNvPr>
            <p:cNvSpPr/>
            <p:nvPr/>
          </p:nvSpPr>
          <p:spPr>
            <a:xfrm>
              <a:off x="3423431" y="5028641"/>
              <a:ext cx="48581" cy="572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126" y="12910"/>
                    <a:pt x="9095" y="6952"/>
                    <a:pt x="21600" y="0"/>
                  </a:cubicBezTo>
                  <a:cubicBezTo>
                    <a:pt x="15632" y="11669"/>
                    <a:pt x="8242" y="17131"/>
                    <a:pt x="0" y="21600"/>
                  </a:cubicBezTo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6" name="形状">
              <a:extLst>
                <a:ext uri="{FF2B5EF4-FFF2-40B4-BE49-F238E27FC236}">
                  <a16:creationId xmlns:a16="http://schemas.microsoft.com/office/drawing/2014/main" id="{2431D237-C0B5-2910-9F8B-3410B3AE7CA2}"/>
                </a:ext>
              </a:extLst>
            </p:cNvPr>
            <p:cNvSpPr/>
            <p:nvPr/>
          </p:nvSpPr>
          <p:spPr>
            <a:xfrm>
              <a:off x="3556608" y="4880989"/>
              <a:ext cx="42771" cy="48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942" y="10800"/>
                    <a:pt x="10966" y="17514"/>
                    <a:pt x="0" y="21600"/>
                  </a:cubicBezTo>
                  <a:cubicBezTo>
                    <a:pt x="3988" y="12259"/>
                    <a:pt x="8640" y="2919"/>
                    <a:pt x="21600" y="0"/>
                  </a:cubicBezTo>
                </a:path>
              </a:pathLst>
            </a:custGeom>
            <a:solidFill>
              <a:srgbClr val="B1B1B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7" name="形状">
              <a:extLst>
                <a:ext uri="{FF2B5EF4-FFF2-40B4-BE49-F238E27FC236}">
                  <a16:creationId xmlns:a16="http://schemas.microsoft.com/office/drawing/2014/main" id="{88BF8A76-B73A-813E-4B03-33E882D35D5B}"/>
                </a:ext>
              </a:extLst>
            </p:cNvPr>
            <p:cNvSpPr/>
            <p:nvPr/>
          </p:nvSpPr>
          <p:spPr>
            <a:xfrm>
              <a:off x="1671866" y="5127077"/>
              <a:ext cx="86193" cy="71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75" y="0"/>
                  </a:moveTo>
                  <a:cubicBezTo>
                    <a:pt x="19606" y="1178"/>
                    <a:pt x="20769" y="2356"/>
                    <a:pt x="21600" y="3535"/>
                  </a:cubicBezTo>
                  <a:cubicBezTo>
                    <a:pt x="16283" y="11782"/>
                    <a:pt x="9138" y="17869"/>
                    <a:pt x="0" y="21600"/>
                  </a:cubicBezTo>
                  <a:cubicBezTo>
                    <a:pt x="6314" y="14335"/>
                    <a:pt x="12628" y="7265"/>
                    <a:pt x="18775" y="0"/>
                  </a:cubicBezTo>
                </a:path>
              </a:pathLst>
            </a:cu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  <p:sp>
          <p:nvSpPr>
            <p:cNvPr id="1228" name="形状">
              <a:extLst>
                <a:ext uri="{FF2B5EF4-FFF2-40B4-BE49-F238E27FC236}">
                  <a16:creationId xmlns:a16="http://schemas.microsoft.com/office/drawing/2014/main" id="{E2590696-10A6-D09D-53A7-18889BB97DA5}"/>
                </a:ext>
              </a:extLst>
            </p:cNvPr>
            <p:cNvSpPr/>
            <p:nvPr/>
          </p:nvSpPr>
          <p:spPr>
            <a:xfrm>
              <a:off x="2263582" y="3184431"/>
              <a:ext cx="258807" cy="2222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8" h="21600" extrusionOk="0">
                  <a:moveTo>
                    <a:pt x="20585" y="0"/>
                  </a:moveTo>
                  <a:cubicBezTo>
                    <a:pt x="20857" y="318"/>
                    <a:pt x="21237" y="699"/>
                    <a:pt x="21508" y="1080"/>
                  </a:cubicBezTo>
                  <a:cubicBezTo>
                    <a:pt x="14887" y="8704"/>
                    <a:pt x="7777" y="15565"/>
                    <a:pt x="17" y="21600"/>
                  </a:cubicBezTo>
                  <a:cubicBezTo>
                    <a:pt x="-92" y="20711"/>
                    <a:pt x="342" y="20075"/>
                    <a:pt x="885" y="19504"/>
                  </a:cubicBezTo>
                  <a:cubicBezTo>
                    <a:pt x="7452" y="12960"/>
                    <a:pt x="13964" y="6544"/>
                    <a:pt x="20585" y="0"/>
                  </a:cubicBezTo>
                </a:path>
              </a:pathLst>
            </a:custGeom>
            <a:solidFill>
              <a:srgbClr val="49494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l" defTabSz="449262">
                <a:lnSpc>
                  <a:spcPct val="93000"/>
                </a:lnSpc>
                <a:defRPr sz="1800"/>
              </a:pPr>
              <a:endParaRPr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230" name="产品与服务">
            <a:extLst>
              <a:ext uri="{FF2B5EF4-FFF2-40B4-BE49-F238E27FC236}">
                <a16:creationId xmlns:a16="http://schemas.microsoft.com/office/drawing/2014/main" id="{37DFFAE8-0BA5-F71B-E520-38A8D5DD1ACD}"/>
              </a:ext>
            </a:extLst>
          </p:cNvPr>
          <p:cNvSpPr txBox="1"/>
          <p:nvPr/>
        </p:nvSpPr>
        <p:spPr>
          <a:xfrm rot="21278062">
            <a:off x="6392712" y="3835992"/>
            <a:ext cx="5698755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tr-TR" err="1">
                <a:ea typeface="+mn-ea"/>
                <a:cs typeface="+mn-ea"/>
                <a:sym typeface="+mn-lt"/>
              </a:rPr>
              <a:t>Numériques</a:t>
            </a:r>
            <a:endParaRPr err="1">
              <a:ea typeface="+mn-ea"/>
              <a:cs typeface="+mn-ea"/>
              <a:sym typeface="+mn-lt"/>
            </a:endParaRPr>
          </a:p>
        </p:txBody>
      </p:sp>
      <p:sp>
        <p:nvSpPr>
          <p:cNvPr id="1231" name="市场管理">
            <a:extLst>
              <a:ext uri="{FF2B5EF4-FFF2-40B4-BE49-F238E27FC236}">
                <a16:creationId xmlns:a16="http://schemas.microsoft.com/office/drawing/2014/main" id="{1AEC02A4-1401-5177-E6E4-10811C89B764}"/>
              </a:ext>
            </a:extLst>
          </p:cNvPr>
          <p:cNvSpPr txBox="1"/>
          <p:nvPr/>
        </p:nvSpPr>
        <p:spPr>
          <a:xfrm rot="21278062">
            <a:off x="6495750" y="5698056"/>
            <a:ext cx="3706194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tr-TR" err="1">
                <a:ea typeface="+mn-ea"/>
                <a:cs typeface="+mn-ea"/>
                <a:sym typeface="+mn-lt"/>
              </a:rPr>
              <a:t>Ordinals</a:t>
            </a:r>
            <a:endParaRPr err="1">
              <a:ea typeface="+mn-ea"/>
              <a:cs typeface="+mn-ea"/>
              <a:sym typeface="+mn-lt"/>
            </a:endParaRPr>
          </a:p>
        </p:txBody>
      </p:sp>
      <p:sp>
        <p:nvSpPr>
          <p:cNvPr id="1232" name="服务优化">
            <a:extLst>
              <a:ext uri="{FF2B5EF4-FFF2-40B4-BE49-F238E27FC236}">
                <a16:creationId xmlns:a16="http://schemas.microsoft.com/office/drawing/2014/main" id="{C150CFAB-A2BF-92CF-7AB2-B385C394ADFA}"/>
              </a:ext>
            </a:extLst>
          </p:cNvPr>
          <p:cNvSpPr txBox="1"/>
          <p:nvPr/>
        </p:nvSpPr>
        <p:spPr>
          <a:xfrm rot="21278062">
            <a:off x="6505964" y="7211414"/>
            <a:ext cx="4275807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tr-TR" err="1">
                <a:ea typeface="+mn-ea"/>
                <a:cs typeface="+mn-ea"/>
                <a:sym typeface="+mn-lt"/>
              </a:rPr>
              <a:t>Nominales</a:t>
            </a:r>
            <a:endParaRPr err="1">
              <a:ea typeface="+mn-ea"/>
              <a:cs typeface="+mn-ea"/>
              <a:sym typeface="+mn-lt"/>
            </a:endParaRPr>
          </a:p>
        </p:txBody>
      </p:sp>
      <p:sp>
        <p:nvSpPr>
          <p:cNvPr id="1233" name="内容管理">
            <a:extLst>
              <a:ext uri="{FF2B5EF4-FFF2-40B4-BE49-F238E27FC236}">
                <a16:creationId xmlns:a16="http://schemas.microsoft.com/office/drawing/2014/main" id="{EE404F94-F691-78C2-E002-C550E475FF15}"/>
              </a:ext>
            </a:extLst>
          </p:cNvPr>
          <p:cNvSpPr txBox="1"/>
          <p:nvPr/>
        </p:nvSpPr>
        <p:spPr>
          <a:xfrm rot="21278062">
            <a:off x="6496587" y="8944372"/>
            <a:ext cx="3325198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tr-TR" err="1">
                <a:ea typeface="+mn-ea"/>
                <a:cs typeface="+mn-ea"/>
                <a:sym typeface="+mn-lt"/>
              </a:rPr>
              <a:t>Binaires</a:t>
            </a:r>
            <a:endParaRPr err="1">
              <a:ea typeface="+mn-ea"/>
              <a:cs typeface="+mn-ea"/>
              <a:sym typeface="+mn-lt"/>
            </a:endParaRPr>
          </a:p>
        </p:txBody>
      </p:sp>
      <p:sp>
        <p:nvSpPr>
          <p:cNvPr id="1234" name="物联网">
            <a:extLst>
              <a:ext uri="{FF2B5EF4-FFF2-40B4-BE49-F238E27FC236}">
                <a16:creationId xmlns:a16="http://schemas.microsoft.com/office/drawing/2014/main" id="{535FA15D-E40A-FB2F-EC6A-216D4A32BCCE}"/>
              </a:ext>
            </a:extLst>
          </p:cNvPr>
          <p:cNvSpPr txBox="1"/>
          <p:nvPr/>
        </p:nvSpPr>
        <p:spPr>
          <a:xfrm rot="21278062">
            <a:off x="6503691" y="10339061"/>
            <a:ext cx="4757368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6000"/>
            </a:lvl1pPr>
          </a:lstStyle>
          <a:p>
            <a:r>
              <a:rPr lang="tr-TR" err="1">
                <a:ea typeface="+mn-ea"/>
                <a:cs typeface="+mn-ea"/>
                <a:sym typeface="+mn-lt"/>
              </a:rPr>
              <a:t>Constantes</a:t>
            </a:r>
            <a:endParaRPr err="1">
              <a:ea typeface="+mn-ea"/>
              <a:cs typeface="+mn-ea"/>
              <a:sym typeface="+mn-lt"/>
            </a:endParaRPr>
          </a:p>
        </p:txBody>
      </p:sp>
      <p:pic>
        <p:nvPicPr>
          <p:cNvPr id="157" name="shutterstock-1212312739-7683038.png" descr="shutterstock-1212312739-7683038.png">
            <a:extLst>
              <a:ext uri="{FF2B5EF4-FFF2-40B4-BE49-F238E27FC236}">
                <a16:creationId xmlns:a16="http://schemas.microsoft.com/office/drawing/2014/main" id="{73DF37B6-AF6E-D459-048F-87115EB509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136070" y="7589272"/>
            <a:ext cx="5262440" cy="60312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成组">
            <a:extLst>
              <a:ext uri="{FF2B5EF4-FFF2-40B4-BE49-F238E27FC236}">
                <a16:creationId xmlns:a16="http://schemas.microsoft.com/office/drawing/2014/main" id="{0A784B4F-6E3C-75B1-44B4-E16DA4651689}"/>
              </a:ext>
            </a:extLst>
          </p:cNvPr>
          <p:cNvGrpSpPr/>
          <p:nvPr/>
        </p:nvGrpSpPr>
        <p:grpSpPr>
          <a:xfrm>
            <a:off x="-193544" y="528801"/>
            <a:ext cx="16414750" cy="2775296"/>
            <a:chOff x="-2376194" y="-61278"/>
            <a:chExt cx="16414749" cy="2775292"/>
          </a:xfrm>
        </p:grpSpPr>
        <p:sp>
          <p:nvSpPr>
            <p:cNvPr id="3" name="工作成果">
              <a:extLst>
                <a:ext uri="{FF2B5EF4-FFF2-40B4-BE49-F238E27FC236}">
                  <a16:creationId xmlns:a16="http://schemas.microsoft.com/office/drawing/2014/main" id="{B0489B8D-DE70-CCD8-B675-AD4B9065951F}"/>
                </a:ext>
              </a:extLst>
            </p:cNvPr>
            <p:cNvSpPr txBox="1"/>
            <p:nvPr/>
          </p:nvSpPr>
          <p:spPr>
            <a:xfrm>
              <a:off x="-2376194" y="-61278"/>
              <a:ext cx="16414749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pPr marL="1371600" indent="-1371600">
                <a:buAutoNum type="arabicPeriod"/>
              </a:pPr>
              <a:r>
                <a:rPr lang="tr-TR" altLang="zh-CN" sz="9600" b="1" err="1">
                  <a:ea typeface="宋体"/>
                  <a:cs typeface="+mn-ea"/>
                  <a:sym typeface="+mn-lt"/>
                </a:rPr>
                <a:t>Préparation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des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données</a:t>
              </a:r>
              <a:endParaRPr lang="tr-TR" altLang="zh-CN" b="1" err="1">
                <a:ea typeface="宋体"/>
                <a:cs typeface="+mn-ea"/>
              </a:endParaRPr>
            </a:p>
          </p:txBody>
        </p:sp>
        <p:sp>
          <p:nvSpPr>
            <p:cNvPr id="4" name="What We Do">
              <a:extLst>
                <a:ext uri="{FF2B5EF4-FFF2-40B4-BE49-F238E27FC236}">
                  <a16:creationId xmlns:a16="http://schemas.microsoft.com/office/drawing/2014/main" id="{99AB0796-C36B-5EE4-52C2-8E7FEA0F5CEB}"/>
                </a:ext>
              </a:extLst>
            </p:cNvPr>
            <p:cNvSpPr txBox="1"/>
            <p:nvPr/>
          </p:nvSpPr>
          <p:spPr>
            <a:xfrm>
              <a:off x="-688286" y="1595761"/>
              <a:ext cx="10666380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>
                  <a:ea typeface="+mn-ea"/>
                  <a:cs typeface="+mn-ea"/>
                  <a:sym typeface="+mn-lt"/>
                </a:rPr>
                <a:t>1.3 Résultats d'exploration</a:t>
              </a:r>
              <a:endParaRPr sz="6600" i="1" err="1"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1900981C-DB1D-1E5F-33FD-F4810A15231A}"/>
              </a:ext>
            </a:extLst>
          </p:cNvPr>
          <p:cNvSpPr txBox="1"/>
          <p:nvPr/>
        </p:nvSpPr>
        <p:spPr>
          <a:xfrm>
            <a:off x="10816285" y="3300249"/>
            <a:ext cx="13295136" cy="39344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id_employee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age,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revenu_mensuel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</a:t>
            </a:r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nombre_experiences_precedentes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annee_experience_totale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annees_dans_l_entreprise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annees_dans_le_poste_actuel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note_evaluation_actuelle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distance_domicile_travail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annees_depuis_la_derniere_promotion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annes_sous_responsable_actuel</a:t>
            </a:r>
            <a:r>
              <a:rPr lang="en-US" b="0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, nombre_participation_pee, </a:t>
            </a:r>
            <a:r>
              <a:rPr lang="en-US" b="0" err="1">
                <a:solidFill>
                  <a:schemeClr val="tx1">
                    <a:lumMod val="49000"/>
                    <a:lumOff val="51000"/>
                  </a:schemeClr>
                </a:solidFill>
                <a:latin typeface="Consolas"/>
                <a:ea typeface="Consolas"/>
                <a:cs typeface="Consolas"/>
              </a:rPr>
              <a:t>nb_formations_suivies</a:t>
            </a:r>
            <a:endParaRPr lang="en-US" b="0">
              <a:solidFill>
                <a:schemeClr val="tx1">
                  <a:lumMod val="49000"/>
                  <a:lumOff val="51000"/>
                </a:schemeClr>
              </a:solidFill>
              <a:latin typeface="Consolas"/>
              <a:ea typeface="Consolas"/>
              <a:cs typeface="Consolas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SentyTEA ÂµÙ"/>
            </a:endParaRPr>
          </a:p>
        </p:txBody>
      </p:sp>
      <p:pic>
        <p:nvPicPr>
          <p:cNvPr id="7" name="Image 6" descr="线条">
            <a:extLst>
              <a:ext uri="{FF2B5EF4-FFF2-40B4-BE49-F238E27FC236}">
                <a16:creationId xmlns:a16="http://schemas.microsoft.com/office/drawing/2014/main" id="{8DF50C86-363F-3914-064D-442D7BB8F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9894943" y="5027189"/>
            <a:ext cx="1741530" cy="418841"/>
          </a:xfrm>
          <a:prstGeom prst="rect">
            <a:avLst/>
          </a:prstGeom>
        </p:spPr>
      </p:pic>
      <p:sp>
        <p:nvSpPr>
          <p:cNvPr id="8" name="形状">
            <a:extLst>
              <a:ext uri="{FF2B5EF4-FFF2-40B4-BE49-F238E27FC236}">
                <a16:creationId xmlns:a16="http://schemas.microsoft.com/office/drawing/2014/main" id="{EE56D897-2E17-8CF8-3CF7-E7BD42870771}"/>
              </a:ext>
            </a:extLst>
          </p:cNvPr>
          <p:cNvSpPr/>
          <p:nvPr/>
        </p:nvSpPr>
        <p:spPr>
          <a:xfrm>
            <a:off x="3027897" y="3258448"/>
            <a:ext cx="9114550" cy="1123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651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" grpId="0" animBg="1" advAuto="0"/>
      <p:bldP spid="1230" grpId="0" animBg="1" advAuto="0"/>
      <p:bldP spid="1231" grpId="0" animBg="1" advAuto="0"/>
      <p:bldP spid="1232" grpId="0" animBg="1" advAuto="0"/>
      <p:bldP spid="1233" grpId="0" animBg="1" advAuto="0"/>
      <p:bldP spid="1234" grpId="0" animBg="1" advAuto="0"/>
      <p:bldP spid="5" grpId="0" animBg="1" advAuto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0DBA-850A-6EE0-D440-77BEA35A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成组">
            <a:extLst>
              <a:ext uri="{FF2B5EF4-FFF2-40B4-BE49-F238E27FC236}">
                <a16:creationId xmlns:a16="http://schemas.microsoft.com/office/drawing/2014/main" id="{846D4B8E-7A39-509C-9D64-09D52F6BA121}"/>
              </a:ext>
            </a:extLst>
          </p:cNvPr>
          <p:cNvGrpSpPr/>
          <p:nvPr/>
        </p:nvGrpSpPr>
        <p:grpSpPr>
          <a:xfrm>
            <a:off x="309765" y="358421"/>
            <a:ext cx="13922744" cy="2775296"/>
            <a:chOff x="-1537214" y="-61278"/>
            <a:chExt cx="13922743" cy="2775292"/>
          </a:xfrm>
        </p:grpSpPr>
        <p:sp>
          <p:nvSpPr>
            <p:cNvPr id="3" name="工作成果">
              <a:extLst>
                <a:ext uri="{FF2B5EF4-FFF2-40B4-BE49-F238E27FC236}">
                  <a16:creationId xmlns:a16="http://schemas.microsoft.com/office/drawing/2014/main" id="{BE3C8C6E-B49D-85A6-713C-D7BD43FC8243}"/>
                </a:ext>
              </a:extLst>
            </p:cNvPr>
            <p:cNvSpPr txBox="1"/>
            <p:nvPr/>
          </p:nvSpPr>
          <p:spPr>
            <a:xfrm>
              <a:off x="-1537214" y="-61278"/>
              <a:ext cx="8252258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2.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Insight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Clés</a:t>
              </a:r>
              <a:endParaRPr lang="tr-TR" altLang="zh-CN" b="1" err="1">
                <a:ea typeface="宋体"/>
                <a:cs typeface="+mn-ea"/>
              </a:endParaRPr>
            </a:p>
          </p:txBody>
        </p:sp>
        <p:sp>
          <p:nvSpPr>
            <p:cNvPr id="4" name="What We Do">
              <a:extLst>
                <a:ext uri="{FF2B5EF4-FFF2-40B4-BE49-F238E27FC236}">
                  <a16:creationId xmlns:a16="http://schemas.microsoft.com/office/drawing/2014/main" id="{03DF88B6-B952-2AB5-968C-199B88543DB0}"/>
                </a:ext>
              </a:extLst>
            </p:cNvPr>
            <p:cNvSpPr txBox="1"/>
            <p:nvPr/>
          </p:nvSpPr>
          <p:spPr>
            <a:xfrm>
              <a:off x="32789" y="1595761"/>
              <a:ext cx="12352740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>
                  <a:ea typeface="+mn-ea"/>
                  <a:cs typeface="+mn-ea"/>
                  <a:sym typeface="+mn-lt"/>
                </a:rPr>
                <a:t>2.1 Relation entre les données</a:t>
              </a:r>
              <a:endParaRPr sz="6600" i="1" err="1"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6" name="Image 5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5BF67638-B835-ABC7-BDE5-BEF2F4630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44" y="3385445"/>
            <a:ext cx="6637307" cy="5006735"/>
          </a:xfrm>
          <a:prstGeom prst="rect">
            <a:avLst/>
          </a:prstGeom>
        </p:spPr>
      </p:pic>
      <p:pic>
        <p:nvPicPr>
          <p:cNvPr id="7" name="Image 6" descr="Une image contenant texte, diagramm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C7D28567-F6F5-B3F7-EFB0-305F9F455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405" y="8339242"/>
            <a:ext cx="6656537" cy="5256002"/>
          </a:xfrm>
          <a:prstGeom prst="rect">
            <a:avLst/>
          </a:prstGeom>
        </p:spPr>
      </p:pic>
      <p:pic>
        <p:nvPicPr>
          <p:cNvPr id="8" name="Image 7" descr="Une image contenant texte, diagramme, cerc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1D13973-DD61-1191-5368-F2D0332AE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5375" y="3401150"/>
            <a:ext cx="12601753" cy="9756653"/>
          </a:xfrm>
          <a:prstGeom prst="rect">
            <a:avLst/>
          </a:prstGeom>
        </p:spPr>
      </p:pic>
      <p:sp>
        <p:nvSpPr>
          <p:cNvPr id="10" name="形状">
            <a:extLst>
              <a:ext uri="{FF2B5EF4-FFF2-40B4-BE49-F238E27FC236}">
                <a16:creationId xmlns:a16="http://schemas.microsoft.com/office/drawing/2014/main" id="{C39CBD57-F450-6507-97DF-E25A87BE48E3}"/>
              </a:ext>
            </a:extLst>
          </p:cNvPr>
          <p:cNvSpPr/>
          <p:nvPr/>
        </p:nvSpPr>
        <p:spPr>
          <a:xfrm>
            <a:off x="3232131" y="2951975"/>
            <a:ext cx="10947469" cy="1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734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72B81-DD87-85AB-AF6C-C356775AB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你的市场目标">
            <a:extLst>
              <a:ext uri="{FF2B5EF4-FFF2-40B4-BE49-F238E27FC236}">
                <a16:creationId xmlns:a16="http://schemas.microsoft.com/office/drawing/2014/main" id="{751EFB71-DB0B-D064-E5F3-C4F8B2F005BB}"/>
              </a:ext>
            </a:extLst>
          </p:cNvPr>
          <p:cNvSpPr txBox="1"/>
          <p:nvPr/>
        </p:nvSpPr>
        <p:spPr>
          <a:xfrm>
            <a:off x="3881721" y="3914087"/>
            <a:ext cx="4850687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r>
              <a:rPr lang="tr-TR" err="1">
                <a:ea typeface="+mn-ea"/>
                <a:cs typeface="+mn-ea"/>
                <a:sym typeface="+mn-lt"/>
              </a:rPr>
              <a:t>Ratio</a:t>
            </a:r>
            <a:r>
              <a:rPr lang="tr-TR">
                <a:ea typeface="+mn-ea"/>
                <a:cs typeface="+mn-ea"/>
                <a:sym typeface="+mn-lt"/>
              </a:rPr>
              <a:t> </a:t>
            </a:r>
            <a:r>
              <a:rPr lang="tr-TR" err="1">
                <a:ea typeface="+mn-ea"/>
                <a:cs typeface="+mn-ea"/>
                <a:sym typeface="+mn-lt"/>
              </a:rPr>
              <a:t>Fidélité</a:t>
            </a:r>
            <a:endParaRPr err="1">
              <a:ea typeface="+mn-ea"/>
              <a:cs typeface="+mn-ea"/>
              <a:sym typeface="+mn-lt"/>
            </a:endParaRPr>
          </a:p>
        </p:txBody>
      </p:sp>
      <p:pic>
        <p:nvPicPr>
          <p:cNvPr id="17" name="Image 16" descr="形状">
            <a:extLst>
              <a:ext uri="{FF2B5EF4-FFF2-40B4-BE49-F238E27FC236}">
                <a16:creationId xmlns:a16="http://schemas.microsoft.com/office/drawing/2014/main" id="{6C0A8083-CBC0-96C6-2DB9-1DCB317C5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580" y="4173364"/>
            <a:ext cx="495300" cy="466725"/>
          </a:xfrm>
          <a:prstGeom prst="rect">
            <a:avLst/>
          </a:prstGeom>
        </p:spPr>
      </p:pic>
      <p:sp>
        <p:nvSpPr>
          <p:cNvPr id="20" name="你的市场目标">
            <a:extLst>
              <a:ext uri="{FF2B5EF4-FFF2-40B4-BE49-F238E27FC236}">
                <a16:creationId xmlns:a16="http://schemas.microsoft.com/office/drawing/2014/main" id="{37A40166-E3C6-EF83-849D-281EEEB7C113}"/>
              </a:ext>
            </a:extLst>
          </p:cNvPr>
          <p:cNvSpPr txBox="1"/>
          <p:nvPr/>
        </p:nvSpPr>
        <p:spPr>
          <a:xfrm>
            <a:off x="3882569" y="4884452"/>
            <a:ext cx="1001876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r>
              <a:rPr lang="tr-TR" err="1">
                <a:ea typeface="+mn-ea"/>
                <a:cs typeface="+mn-ea"/>
                <a:sym typeface="+mn-lt"/>
              </a:rPr>
              <a:t>Ratio</a:t>
            </a:r>
            <a:r>
              <a:rPr lang="tr-TR">
                <a:ea typeface="+mn-ea"/>
                <a:cs typeface="+mn-ea"/>
                <a:sym typeface="+mn-lt"/>
              </a:rPr>
              <a:t> </a:t>
            </a:r>
            <a:r>
              <a:rPr lang="tr-TR" err="1">
                <a:ea typeface="+mn-ea"/>
                <a:cs typeface="+mn-ea"/>
                <a:sym typeface="+mn-lt"/>
              </a:rPr>
              <a:t>Stagnation</a:t>
            </a:r>
            <a:r>
              <a:rPr lang="tr-TR">
                <a:ea typeface="+mn-ea"/>
                <a:cs typeface="+mn-ea"/>
                <a:sym typeface="+mn-lt"/>
              </a:rPr>
              <a:t> </a:t>
            </a:r>
            <a:r>
              <a:rPr lang="tr-TR" err="1">
                <a:ea typeface="+mn-ea"/>
                <a:cs typeface="+mn-ea"/>
                <a:sym typeface="+mn-lt"/>
              </a:rPr>
              <a:t>au</a:t>
            </a:r>
            <a:r>
              <a:rPr lang="tr-TR">
                <a:ea typeface="+mn-ea"/>
                <a:cs typeface="+mn-ea"/>
                <a:sym typeface="+mn-lt"/>
              </a:rPr>
              <a:t> </a:t>
            </a:r>
            <a:r>
              <a:rPr lang="tr-TR" err="1">
                <a:ea typeface="+mn-ea"/>
                <a:cs typeface="+mn-ea"/>
                <a:sym typeface="+mn-lt"/>
              </a:rPr>
              <a:t>poste</a:t>
            </a:r>
            <a:r>
              <a:rPr lang="tr-TR">
                <a:ea typeface="+mn-ea"/>
                <a:cs typeface="+mn-ea"/>
                <a:sym typeface="+mn-lt"/>
              </a:rPr>
              <a:t> </a:t>
            </a:r>
            <a:endParaRPr err="1">
              <a:ea typeface="+mn-ea"/>
              <a:cs typeface="+mn-ea"/>
              <a:sym typeface="+mn-lt"/>
            </a:endParaRPr>
          </a:p>
        </p:txBody>
      </p:sp>
      <p:pic>
        <p:nvPicPr>
          <p:cNvPr id="21" name="Image 20" descr="形状">
            <a:extLst>
              <a:ext uri="{FF2B5EF4-FFF2-40B4-BE49-F238E27FC236}">
                <a16:creationId xmlns:a16="http://schemas.microsoft.com/office/drawing/2014/main" id="{3ED13A9B-7781-8E24-06F1-358C51717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136" y="5172232"/>
            <a:ext cx="495300" cy="466725"/>
          </a:xfrm>
          <a:prstGeom prst="rect">
            <a:avLst/>
          </a:prstGeom>
        </p:spPr>
      </p:pic>
      <p:grpSp>
        <p:nvGrpSpPr>
          <p:cNvPr id="28" name="成组">
            <a:extLst>
              <a:ext uri="{FF2B5EF4-FFF2-40B4-BE49-F238E27FC236}">
                <a16:creationId xmlns:a16="http://schemas.microsoft.com/office/drawing/2014/main" id="{8B863402-632A-680F-D56B-7C9E5C5FFCDB}"/>
              </a:ext>
            </a:extLst>
          </p:cNvPr>
          <p:cNvGrpSpPr/>
          <p:nvPr/>
        </p:nvGrpSpPr>
        <p:grpSpPr>
          <a:xfrm>
            <a:off x="2996058" y="8152327"/>
            <a:ext cx="10196085" cy="1025922"/>
            <a:chOff x="0" y="71239"/>
            <a:chExt cx="10196084" cy="1025922"/>
          </a:xfrm>
        </p:grpSpPr>
        <p:sp>
          <p:nvSpPr>
            <p:cNvPr id="25" name="你的市场目标">
              <a:extLst>
                <a:ext uri="{FF2B5EF4-FFF2-40B4-BE49-F238E27FC236}">
                  <a16:creationId xmlns:a16="http://schemas.microsoft.com/office/drawing/2014/main" id="{5590D1E3-72C8-ADCE-ECE7-D97438067EF1}"/>
                </a:ext>
              </a:extLst>
            </p:cNvPr>
            <p:cNvSpPr txBox="1"/>
            <p:nvPr/>
          </p:nvSpPr>
          <p:spPr>
            <a:xfrm>
              <a:off x="933934" y="71239"/>
              <a:ext cx="9262150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err="1">
                  <a:ea typeface="+mn-ea"/>
                  <a:cs typeface="+mn-ea"/>
                  <a:sym typeface="+mn-lt"/>
                </a:rPr>
                <a:t>Salaire</a:t>
              </a:r>
              <a:r>
                <a:rPr lang="tr-TR">
                  <a:ea typeface="+mn-ea"/>
                  <a:cs typeface="+mn-ea"/>
                  <a:sym typeface="+mn-lt"/>
                </a:rPr>
                <a:t> par </a:t>
              </a:r>
              <a:r>
                <a:rPr lang="tr-TR" err="1">
                  <a:ea typeface="+mn-ea"/>
                  <a:cs typeface="+mn-ea"/>
                  <a:sym typeface="+mn-lt"/>
                </a:rPr>
                <a:t>l'expérience</a:t>
              </a:r>
              <a:r>
                <a:rPr lang="tr-TR">
                  <a:ea typeface="+mn-ea"/>
                  <a:cs typeface="+mn-ea"/>
                  <a:sym typeface="+mn-lt"/>
                </a:rPr>
                <a:t>  </a:t>
              </a:r>
              <a:endParaRPr lang="fr-FR" err="1">
                <a:ea typeface="+mn-ea"/>
                <a:cs typeface="+mn-ea"/>
              </a:endParaRPr>
            </a:p>
          </p:txBody>
        </p:sp>
        <p:pic>
          <p:nvPicPr>
            <p:cNvPr id="27" name="形状" descr="形状">
              <a:extLst>
                <a:ext uri="{FF2B5EF4-FFF2-40B4-BE49-F238E27FC236}">
                  <a16:creationId xmlns:a16="http://schemas.microsoft.com/office/drawing/2014/main" id="{2D9C46F7-BFC0-C74D-8320-56AA5E7D4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619225CA-1AFB-D8A4-05E3-BA6F86F13E4A}"/>
              </a:ext>
            </a:extLst>
          </p:cNvPr>
          <p:cNvGrpSpPr/>
          <p:nvPr/>
        </p:nvGrpSpPr>
        <p:grpSpPr>
          <a:xfrm>
            <a:off x="2967555" y="5986086"/>
            <a:ext cx="10761234" cy="2188272"/>
            <a:chOff x="0" y="71239"/>
            <a:chExt cx="10761232" cy="2188272"/>
          </a:xfrm>
        </p:grpSpPr>
        <p:sp>
          <p:nvSpPr>
            <p:cNvPr id="30" name="你的市场目标">
              <a:extLst>
                <a:ext uri="{FF2B5EF4-FFF2-40B4-BE49-F238E27FC236}">
                  <a16:creationId xmlns:a16="http://schemas.microsoft.com/office/drawing/2014/main" id="{27FCFBFE-8886-2FC4-980B-E523B0108C5B}"/>
                </a:ext>
              </a:extLst>
            </p:cNvPr>
            <p:cNvSpPr txBox="1"/>
            <p:nvPr/>
          </p:nvSpPr>
          <p:spPr>
            <a:xfrm>
              <a:off x="933934" y="71239"/>
              <a:ext cx="6027290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Salaire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vs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poste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endParaRPr lang="fr-FR" err="1">
                <a:ea typeface="+mn-ea"/>
                <a:cs typeface="+mn-ea"/>
              </a:endParaRPr>
            </a:p>
          </p:txBody>
        </p:sp>
        <p:sp>
          <p:nvSpPr>
            <p:cNvPr id="31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AE92FD31-8E9F-9D90-8B80-515D0FCAB4A7}"/>
                </a:ext>
              </a:extLst>
            </p:cNvPr>
            <p:cNvSpPr txBox="1"/>
            <p:nvPr/>
          </p:nvSpPr>
          <p:spPr>
            <a:xfrm>
              <a:off x="4183297" y="1031803"/>
              <a:ext cx="6577935" cy="122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err="1">
                  <a:ea typeface="+mn-ea"/>
                  <a:cs typeface="+mn-ea"/>
                  <a:sym typeface="+mn-lt"/>
                </a:rPr>
                <a:t>Salaire</a:t>
              </a:r>
              <a:r>
                <a:rPr lang="en-US" i="1">
                  <a:ea typeface="+mn-ea"/>
                  <a:cs typeface="+mn-ea"/>
                  <a:sym typeface="+mn-lt"/>
                </a:rPr>
                <a:t> par rapport au </a:t>
              </a:r>
              <a:r>
                <a:rPr lang="en-US" i="1" err="1">
                  <a:ea typeface="+mn-ea"/>
                  <a:cs typeface="+mn-ea"/>
                  <a:sym typeface="+mn-lt"/>
                </a:rPr>
                <a:t>salaire</a:t>
              </a:r>
              <a:r>
                <a:rPr lang="en-US" i="1">
                  <a:ea typeface="+mn-ea"/>
                  <a:cs typeface="+mn-ea"/>
                  <a:sym typeface="+mn-lt"/>
                </a:rPr>
                <a:t> moyen du poste </a:t>
              </a:r>
              <a:endParaRPr lang="en-US" i="1">
                <a:ea typeface="+mn-ea"/>
                <a:cs typeface="+mn-ea"/>
              </a:endParaRPr>
            </a:p>
          </p:txBody>
        </p:sp>
        <p:pic>
          <p:nvPicPr>
            <p:cNvPr id="32" name="形状" descr="形状">
              <a:extLst>
                <a:ext uri="{FF2B5EF4-FFF2-40B4-BE49-F238E27FC236}">
                  <a16:creationId xmlns:a16="http://schemas.microsoft.com/office/drawing/2014/main" id="{A593DB65-5239-3A35-9716-3C898FCCC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8" name="成组">
            <a:extLst>
              <a:ext uri="{FF2B5EF4-FFF2-40B4-BE49-F238E27FC236}">
                <a16:creationId xmlns:a16="http://schemas.microsoft.com/office/drawing/2014/main" id="{7B381D3A-A758-044D-5CCD-E23F4761FB48}"/>
              </a:ext>
            </a:extLst>
          </p:cNvPr>
          <p:cNvGrpSpPr/>
          <p:nvPr/>
        </p:nvGrpSpPr>
        <p:grpSpPr>
          <a:xfrm>
            <a:off x="3006352" y="9332070"/>
            <a:ext cx="13253012" cy="1025922"/>
            <a:chOff x="0" y="71239"/>
            <a:chExt cx="13253012" cy="1025922"/>
          </a:xfrm>
        </p:grpSpPr>
        <p:sp>
          <p:nvSpPr>
            <p:cNvPr id="35" name="你的市场目标">
              <a:extLst>
                <a:ext uri="{FF2B5EF4-FFF2-40B4-BE49-F238E27FC236}">
                  <a16:creationId xmlns:a16="http://schemas.microsoft.com/office/drawing/2014/main" id="{63265161-5165-B657-F42C-807D032361B1}"/>
                </a:ext>
              </a:extLst>
            </p:cNvPr>
            <p:cNvSpPr txBox="1"/>
            <p:nvPr/>
          </p:nvSpPr>
          <p:spPr>
            <a:xfrm>
              <a:off x="933934" y="71239"/>
              <a:ext cx="12319078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dirty="0" err="1">
                  <a:latin typeface="Century Gothic"/>
                  <a:ea typeface="+mn-ea"/>
                  <a:cs typeface="+mn-ea"/>
                  <a:sym typeface="+mn-lt"/>
                </a:rPr>
                <a:t>Satisfaction</a:t>
              </a:r>
              <a:r>
                <a:rPr lang="tr-TR" dirty="0">
                  <a:latin typeface="Century Gothic"/>
                  <a:ea typeface="+mn-ea"/>
                  <a:cs typeface="+mn-ea"/>
                  <a:sym typeface="+mn-lt"/>
                </a:rPr>
                <a:t> globale et </a:t>
              </a:r>
              <a:r>
                <a:rPr lang="tr-TR" dirty="0" err="1">
                  <a:latin typeface="Century Gothic"/>
                  <a:ea typeface="+mn-ea"/>
                  <a:cs typeface="+mn-ea"/>
                  <a:sym typeface="+mn-lt"/>
                </a:rPr>
                <a:t>dispersion</a:t>
              </a:r>
              <a:endParaRPr lang="tr-TR" dirty="0" err="1">
                <a:ea typeface="+mn-ea"/>
                <a:cs typeface="+mn-ea"/>
              </a:endParaRPr>
            </a:p>
          </p:txBody>
        </p:sp>
        <p:pic>
          <p:nvPicPr>
            <p:cNvPr id="37" name="形状" descr="形状">
              <a:extLst>
                <a:ext uri="{FF2B5EF4-FFF2-40B4-BE49-F238E27FC236}">
                  <a16:creationId xmlns:a16="http://schemas.microsoft.com/office/drawing/2014/main" id="{FD996D91-89C8-5D9C-8779-FD370D2D2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2" name="成组">
            <a:extLst>
              <a:ext uri="{FF2B5EF4-FFF2-40B4-BE49-F238E27FC236}">
                <a16:creationId xmlns:a16="http://schemas.microsoft.com/office/drawing/2014/main" id="{73686096-8683-F35E-B27E-D131AFD2F6A8}"/>
              </a:ext>
            </a:extLst>
          </p:cNvPr>
          <p:cNvGrpSpPr/>
          <p:nvPr/>
        </p:nvGrpSpPr>
        <p:grpSpPr>
          <a:xfrm>
            <a:off x="279697" y="187261"/>
            <a:ext cx="13001017" cy="2775296"/>
            <a:chOff x="-1537214" y="-61278"/>
            <a:chExt cx="13001015" cy="2775292"/>
          </a:xfrm>
        </p:grpSpPr>
        <p:sp>
          <p:nvSpPr>
            <p:cNvPr id="40" name="工作成果">
              <a:extLst>
                <a:ext uri="{FF2B5EF4-FFF2-40B4-BE49-F238E27FC236}">
                  <a16:creationId xmlns:a16="http://schemas.microsoft.com/office/drawing/2014/main" id="{AC36622A-9D16-8852-A232-53414FD10857}"/>
                </a:ext>
              </a:extLst>
            </p:cNvPr>
            <p:cNvSpPr txBox="1"/>
            <p:nvPr/>
          </p:nvSpPr>
          <p:spPr>
            <a:xfrm>
              <a:off x="-1537214" y="-61278"/>
              <a:ext cx="8252258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2. Insight Clés</a:t>
              </a:r>
              <a:endParaRPr lang="tr-TR" altLang="zh-CN" b="1" err="1">
                <a:ea typeface="宋体"/>
                <a:cs typeface="+mn-ea"/>
              </a:endParaRPr>
            </a:p>
          </p:txBody>
        </p:sp>
        <p:sp>
          <p:nvSpPr>
            <p:cNvPr id="41" name="What We Do">
              <a:extLst>
                <a:ext uri="{FF2B5EF4-FFF2-40B4-BE49-F238E27FC236}">
                  <a16:creationId xmlns:a16="http://schemas.microsoft.com/office/drawing/2014/main" id="{BF921899-30DE-1AA2-4A3B-DD2D4D4F0EC3}"/>
                </a:ext>
              </a:extLst>
            </p:cNvPr>
            <p:cNvSpPr txBox="1"/>
            <p:nvPr/>
          </p:nvSpPr>
          <p:spPr>
            <a:xfrm>
              <a:off x="954516" y="1595761"/>
              <a:ext cx="10509285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>
                  <a:ea typeface="+mn-ea"/>
                  <a:cs typeface="+mn-ea"/>
                  <a:sym typeface="+mn-lt"/>
                </a:rPr>
                <a:t>2.2 Créations de </a:t>
              </a:r>
              <a:r>
                <a:rPr lang="fr-FR" sz="6600" i="1" err="1">
                  <a:ea typeface="+mn-ea"/>
                  <a:cs typeface="+mn-ea"/>
                  <a:sym typeface="+mn-lt"/>
                </a:rPr>
                <a:t>Features</a:t>
              </a:r>
              <a:endParaRPr sz="6600" i="1" err="1"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形状">
            <a:extLst>
              <a:ext uri="{FF2B5EF4-FFF2-40B4-BE49-F238E27FC236}">
                <a16:creationId xmlns:a16="http://schemas.microsoft.com/office/drawing/2014/main" id="{DD61457E-F0F9-C218-B85A-27ED6CB18439}"/>
              </a:ext>
            </a:extLst>
          </p:cNvPr>
          <p:cNvSpPr/>
          <p:nvPr/>
        </p:nvSpPr>
        <p:spPr>
          <a:xfrm>
            <a:off x="4126805" y="2932846"/>
            <a:ext cx="8888010" cy="153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" name="成组">
            <a:extLst>
              <a:ext uri="{FF2B5EF4-FFF2-40B4-BE49-F238E27FC236}">
                <a16:creationId xmlns:a16="http://schemas.microsoft.com/office/drawing/2014/main" id="{A0C7E56B-2EFC-4529-B841-3CC252EC9A97}"/>
              </a:ext>
            </a:extLst>
          </p:cNvPr>
          <p:cNvGrpSpPr/>
          <p:nvPr/>
        </p:nvGrpSpPr>
        <p:grpSpPr>
          <a:xfrm>
            <a:off x="17422501" y="7770649"/>
            <a:ext cx="5938277" cy="5209945"/>
            <a:chOff x="6854054" y="2893398"/>
            <a:chExt cx="3075629" cy="2923944"/>
          </a:xfrm>
        </p:grpSpPr>
        <p:sp>
          <p:nvSpPr>
            <p:cNvPr id="6" name="形状">
              <a:extLst>
                <a:ext uri="{FF2B5EF4-FFF2-40B4-BE49-F238E27FC236}">
                  <a16:creationId xmlns:a16="http://schemas.microsoft.com/office/drawing/2014/main" id="{733B0075-00AE-4C69-BB91-36FEAC96FB24}"/>
                </a:ext>
              </a:extLst>
            </p:cNvPr>
            <p:cNvSpPr/>
            <p:nvPr/>
          </p:nvSpPr>
          <p:spPr>
            <a:xfrm>
              <a:off x="7868369" y="4729629"/>
              <a:ext cx="901998" cy="108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9" extrusionOk="0">
                  <a:moveTo>
                    <a:pt x="18016" y="19020"/>
                  </a:moveTo>
                  <a:cubicBezTo>
                    <a:pt x="18884" y="19707"/>
                    <a:pt x="18000" y="19772"/>
                    <a:pt x="17511" y="19811"/>
                  </a:cubicBezTo>
                  <a:cubicBezTo>
                    <a:pt x="16216" y="19889"/>
                    <a:pt x="14905" y="19889"/>
                    <a:pt x="13611" y="19927"/>
                  </a:cubicBezTo>
                  <a:cubicBezTo>
                    <a:pt x="13089" y="19940"/>
                    <a:pt x="12568" y="19772"/>
                    <a:pt x="12774" y="20589"/>
                  </a:cubicBezTo>
                  <a:cubicBezTo>
                    <a:pt x="12916" y="21172"/>
                    <a:pt x="12079" y="21172"/>
                    <a:pt x="11542" y="21185"/>
                  </a:cubicBezTo>
                  <a:cubicBezTo>
                    <a:pt x="9632" y="21224"/>
                    <a:pt x="7547" y="21600"/>
                    <a:pt x="5826" y="21107"/>
                  </a:cubicBezTo>
                  <a:cubicBezTo>
                    <a:pt x="4753" y="20809"/>
                    <a:pt x="2732" y="20926"/>
                    <a:pt x="2447" y="19266"/>
                  </a:cubicBezTo>
                  <a:cubicBezTo>
                    <a:pt x="2368" y="18864"/>
                    <a:pt x="1579" y="19098"/>
                    <a:pt x="1121" y="18955"/>
                  </a:cubicBezTo>
                  <a:cubicBezTo>
                    <a:pt x="679" y="18812"/>
                    <a:pt x="0" y="18890"/>
                    <a:pt x="0" y="18359"/>
                  </a:cubicBezTo>
                  <a:cubicBezTo>
                    <a:pt x="0" y="17931"/>
                    <a:pt x="616" y="17970"/>
                    <a:pt x="1011" y="17879"/>
                  </a:cubicBezTo>
                  <a:cubicBezTo>
                    <a:pt x="1468" y="17775"/>
                    <a:pt x="1926" y="17607"/>
                    <a:pt x="2400" y="17516"/>
                  </a:cubicBezTo>
                  <a:cubicBezTo>
                    <a:pt x="3616" y="17257"/>
                    <a:pt x="4295" y="16660"/>
                    <a:pt x="4342" y="15597"/>
                  </a:cubicBezTo>
                  <a:cubicBezTo>
                    <a:pt x="4437" y="13665"/>
                    <a:pt x="4500" y="11759"/>
                    <a:pt x="5937" y="10035"/>
                  </a:cubicBezTo>
                  <a:cubicBezTo>
                    <a:pt x="6458" y="9400"/>
                    <a:pt x="5732" y="8414"/>
                    <a:pt x="6458" y="7714"/>
                  </a:cubicBezTo>
                  <a:cubicBezTo>
                    <a:pt x="7011" y="6897"/>
                    <a:pt x="8068" y="6521"/>
                    <a:pt x="8937" y="6003"/>
                  </a:cubicBezTo>
                  <a:cubicBezTo>
                    <a:pt x="9774" y="5471"/>
                    <a:pt x="10405" y="5692"/>
                    <a:pt x="10595" y="6599"/>
                  </a:cubicBezTo>
                  <a:cubicBezTo>
                    <a:pt x="9505" y="8998"/>
                    <a:pt x="9537" y="11682"/>
                    <a:pt x="8037" y="13989"/>
                  </a:cubicBezTo>
                  <a:cubicBezTo>
                    <a:pt x="7800" y="14352"/>
                    <a:pt x="7674" y="14741"/>
                    <a:pt x="7532" y="15143"/>
                  </a:cubicBezTo>
                  <a:cubicBezTo>
                    <a:pt x="7074" y="16557"/>
                    <a:pt x="7453" y="16997"/>
                    <a:pt x="9284" y="17075"/>
                  </a:cubicBezTo>
                  <a:cubicBezTo>
                    <a:pt x="10263" y="17101"/>
                    <a:pt x="11258" y="17127"/>
                    <a:pt x="12253" y="17062"/>
                  </a:cubicBezTo>
                  <a:cubicBezTo>
                    <a:pt x="13879" y="16945"/>
                    <a:pt x="14116" y="16647"/>
                    <a:pt x="13942" y="15286"/>
                  </a:cubicBezTo>
                  <a:cubicBezTo>
                    <a:pt x="13579" y="12447"/>
                    <a:pt x="12600" y="9711"/>
                    <a:pt x="12126" y="6897"/>
                  </a:cubicBezTo>
                  <a:cubicBezTo>
                    <a:pt x="12095" y="6638"/>
                    <a:pt x="12047" y="6379"/>
                    <a:pt x="12079" y="6120"/>
                  </a:cubicBezTo>
                  <a:cubicBezTo>
                    <a:pt x="12158" y="5316"/>
                    <a:pt x="13121" y="5432"/>
                    <a:pt x="13642" y="5108"/>
                  </a:cubicBezTo>
                  <a:cubicBezTo>
                    <a:pt x="14937" y="4136"/>
                    <a:pt x="15537" y="2969"/>
                    <a:pt x="15268" y="1530"/>
                  </a:cubicBezTo>
                  <a:cubicBezTo>
                    <a:pt x="15347" y="998"/>
                    <a:pt x="15237" y="415"/>
                    <a:pt x="16121" y="0"/>
                  </a:cubicBezTo>
                  <a:cubicBezTo>
                    <a:pt x="16642" y="1673"/>
                    <a:pt x="16105" y="3319"/>
                    <a:pt x="16453" y="4927"/>
                  </a:cubicBezTo>
                  <a:cubicBezTo>
                    <a:pt x="16721" y="7429"/>
                    <a:pt x="16926" y="9957"/>
                    <a:pt x="17274" y="12460"/>
                  </a:cubicBezTo>
                  <a:cubicBezTo>
                    <a:pt x="17432" y="13600"/>
                    <a:pt x="16642" y="14625"/>
                    <a:pt x="16926" y="15753"/>
                  </a:cubicBezTo>
                  <a:cubicBezTo>
                    <a:pt x="17005" y="16025"/>
                    <a:pt x="16784" y="16505"/>
                    <a:pt x="17242" y="16505"/>
                  </a:cubicBezTo>
                  <a:cubicBezTo>
                    <a:pt x="18963" y="16492"/>
                    <a:pt x="20258" y="17257"/>
                    <a:pt x="21600" y="18073"/>
                  </a:cubicBezTo>
                  <a:cubicBezTo>
                    <a:pt x="21458" y="18618"/>
                    <a:pt x="20732" y="18281"/>
                    <a:pt x="20258" y="18436"/>
                  </a:cubicBezTo>
                  <a:cubicBezTo>
                    <a:pt x="18726" y="18605"/>
                    <a:pt x="17195" y="18657"/>
                    <a:pt x="15679" y="18657"/>
                  </a:cubicBezTo>
                  <a:cubicBezTo>
                    <a:pt x="16453" y="18722"/>
                    <a:pt x="17242" y="18825"/>
                    <a:pt x="18016" y="19020"/>
                  </a:cubicBezTo>
                  <a:close/>
                  <a:moveTo>
                    <a:pt x="7879" y="18449"/>
                  </a:moveTo>
                  <a:cubicBezTo>
                    <a:pt x="9347" y="18657"/>
                    <a:pt x="10942" y="18605"/>
                    <a:pt x="12616" y="18579"/>
                  </a:cubicBezTo>
                  <a:cubicBezTo>
                    <a:pt x="10974" y="18527"/>
                    <a:pt x="9395" y="18449"/>
                    <a:pt x="7879" y="18449"/>
                  </a:cubicBezTo>
                  <a:close/>
                </a:path>
              </a:pathLst>
            </a:custGeom>
            <a:solidFill>
              <a:srgbClr val="A0453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7" name="形状">
              <a:extLst>
                <a:ext uri="{FF2B5EF4-FFF2-40B4-BE49-F238E27FC236}">
                  <a16:creationId xmlns:a16="http://schemas.microsoft.com/office/drawing/2014/main" id="{2667F17A-D9D2-46C3-B421-3817E8763F2A}"/>
                </a:ext>
              </a:extLst>
            </p:cNvPr>
            <p:cNvSpPr/>
            <p:nvPr/>
          </p:nvSpPr>
          <p:spPr>
            <a:xfrm>
              <a:off x="7079274" y="3390205"/>
              <a:ext cx="1293271" cy="116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2" h="21588" extrusionOk="0">
                  <a:moveTo>
                    <a:pt x="543" y="7269"/>
                  </a:moveTo>
                  <a:cubicBezTo>
                    <a:pt x="1064" y="7050"/>
                    <a:pt x="1814" y="7647"/>
                    <a:pt x="2107" y="6696"/>
                  </a:cubicBezTo>
                  <a:cubicBezTo>
                    <a:pt x="2367" y="6489"/>
                    <a:pt x="2389" y="6928"/>
                    <a:pt x="2574" y="6915"/>
                  </a:cubicBezTo>
                  <a:cubicBezTo>
                    <a:pt x="2802" y="6952"/>
                    <a:pt x="2965" y="6489"/>
                    <a:pt x="3236" y="6806"/>
                  </a:cubicBezTo>
                  <a:cubicBezTo>
                    <a:pt x="3768" y="7464"/>
                    <a:pt x="4181" y="7098"/>
                    <a:pt x="4322" y="6476"/>
                  </a:cubicBezTo>
                  <a:cubicBezTo>
                    <a:pt x="4746" y="4659"/>
                    <a:pt x="6005" y="3610"/>
                    <a:pt x="7091" y="2391"/>
                  </a:cubicBezTo>
                  <a:cubicBezTo>
                    <a:pt x="6527" y="3915"/>
                    <a:pt x="5148" y="4842"/>
                    <a:pt x="4713" y="6586"/>
                  </a:cubicBezTo>
                  <a:cubicBezTo>
                    <a:pt x="5332" y="6525"/>
                    <a:pt x="5625" y="6062"/>
                    <a:pt x="5940" y="5659"/>
                  </a:cubicBezTo>
                  <a:cubicBezTo>
                    <a:pt x="6103" y="5452"/>
                    <a:pt x="6212" y="5098"/>
                    <a:pt x="6494" y="5171"/>
                  </a:cubicBezTo>
                  <a:cubicBezTo>
                    <a:pt x="7765" y="5476"/>
                    <a:pt x="8112" y="4330"/>
                    <a:pt x="8710" y="3513"/>
                  </a:cubicBezTo>
                  <a:cubicBezTo>
                    <a:pt x="9806" y="2073"/>
                    <a:pt x="10892" y="585"/>
                    <a:pt x="12608" y="0"/>
                  </a:cubicBezTo>
                  <a:cubicBezTo>
                    <a:pt x="12717" y="659"/>
                    <a:pt x="12228" y="890"/>
                    <a:pt x="11881" y="1220"/>
                  </a:cubicBezTo>
                  <a:cubicBezTo>
                    <a:pt x="10914" y="2159"/>
                    <a:pt x="10024" y="3171"/>
                    <a:pt x="9263" y="4354"/>
                  </a:cubicBezTo>
                  <a:cubicBezTo>
                    <a:pt x="10165" y="3757"/>
                    <a:pt x="11033" y="3098"/>
                    <a:pt x="11794" y="2281"/>
                  </a:cubicBezTo>
                  <a:cubicBezTo>
                    <a:pt x="12152" y="1890"/>
                    <a:pt x="12456" y="1378"/>
                    <a:pt x="13043" y="1342"/>
                  </a:cubicBezTo>
                  <a:cubicBezTo>
                    <a:pt x="13227" y="1403"/>
                    <a:pt x="13347" y="1537"/>
                    <a:pt x="13423" y="1744"/>
                  </a:cubicBezTo>
                  <a:cubicBezTo>
                    <a:pt x="13357" y="2622"/>
                    <a:pt x="12630" y="3049"/>
                    <a:pt x="12315" y="3744"/>
                  </a:cubicBezTo>
                  <a:cubicBezTo>
                    <a:pt x="13129" y="3342"/>
                    <a:pt x="13640" y="2342"/>
                    <a:pt x="14606" y="2220"/>
                  </a:cubicBezTo>
                  <a:cubicBezTo>
                    <a:pt x="14921" y="2451"/>
                    <a:pt x="15117" y="2793"/>
                    <a:pt x="15225" y="3195"/>
                  </a:cubicBezTo>
                  <a:cubicBezTo>
                    <a:pt x="15290" y="3635"/>
                    <a:pt x="14878" y="3915"/>
                    <a:pt x="14910" y="4354"/>
                  </a:cubicBezTo>
                  <a:cubicBezTo>
                    <a:pt x="15519" y="4147"/>
                    <a:pt x="15920" y="3464"/>
                    <a:pt x="16615" y="3574"/>
                  </a:cubicBezTo>
                  <a:cubicBezTo>
                    <a:pt x="17148" y="3671"/>
                    <a:pt x="17332" y="4598"/>
                    <a:pt x="18027" y="4318"/>
                  </a:cubicBezTo>
                  <a:cubicBezTo>
                    <a:pt x="18147" y="4452"/>
                    <a:pt x="18244" y="4622"/>
                    <a:pt x="18320" y="4781"/>
                  </a:cubicBezTo>
                  <a:cubicBezTo>
                    <a:pt x="18842" y="5464"/>
                    <a:pt x="19917" y="4647"/>
                    <a:pt x="20308" y="5708"/>
                  </a:cubicBezTo>
                  <a:cubicBezTo>
                    <a:pt x="19841" y="6306"/>
                    <a:pt x="19200" y="6062"/>
                    <a:pt x="18635" y="6123"/>
                  </a:cubicBezTo>
                  <a:cubicBezTo>
                    <a:pt x="17582" y="6196"/>
                    <a:pt x="16518" y="5988"/>
                    <a:pt x="15301" y="6306"/>
                  </a:cubicBezTo>
                  <a:cubicBezTo>
                    <a:pt x="16366" y="8184"/>
                    <a:pt x="17452" y="9867"/>
                    <a:pt x="18711" y="11404"/>
                  </a:cubicBezTo>
                  <a:cubicBezTo>
                    <a:pt x="19081" y="11855"/>
                    <a:pt x="19548" y="11794"/>
                    <a:pt x="20025" y="11684"/>
                  </a:cubicBezTo>
                  <a:cubicBezTo>
                    <a:pt x="20568" y="12075"/>
                    <a:pt x="21600" y="12050"/>
                    <a:pt x="21187" y="13306"/>
                  </a:cubicBezTo>
                  <a:cubicBezTo>
                    <a:pt x="19656" y="13575"/>
                    <a:pt x="19580" y="13636"/>
                    <a:pt x="19015" y="15355"/>
                  </a:cubicBezTo>
                  <a:cubicBezTo>
                    <a:pt x="18918" y="15526"/>
                    <a:pt x="19200" y="15490"/>
                    <a:pt x="19048" y="15429"/>
                  </a:cubicBezTo>
                  <a:cubicBezTo>
                    <a:pt x="19015" y="15416"/>
                    <a:pt x="19026" y="15380"/>
                    <a:pt x="19070" y="15294"/>
                  </a:cubicBezTo>
                  <a:cubicBezTo>
                    <a:pt x="19211" y="15026"/>
                    <a:pt x="19309" y="14599"/>
                    <a:pt x="19667" y="14709"/>
                  </a:cubicBezTo>
                  <a:cubicBezTo>
                    <a:pt x="20025" y="14819"/>
                    <a:pt x="19928" y="15221"/>
                    <a:pt x="19917" y="15551"/>
                  </a:cubicBezTo>
                  <a:cubicBezTo>
                    <a:pt x="19906" y="15709"/>
                    <a:pt x="19754" y="15855"/>
                    <a:pt x="19862" y="16026"/>
                  </a:cubicBezTo>
                  <a:cubicBezTo>
                    <a:pt x="19982" y="15892"/>
                    <a:pt x="20134" y="15794"/>
                    <a:pt x="20297" y="15746"/>
                  </a:cubicBezTo>
                  <a:cubicBezTo>
                    <a:pt x="20427" y="15733"/>
                    <a:pt x="20525" y="15770"/>
                    <a:pt x="20612" y="15880"/>
                  </a:cubicBezTo>
                  <a:cubicBezTo>
                    <a:pt x="20796" y="16868"/>
                    <a:pt x="19938" y="17185"/>
                    <a:pt x="19634" y="17856"/>
                  </a:cubicBezTo>
                  <a:cubicBezTo>
                    <a:pt x="19461" y="17929"/>
                    <a:pt x="19710" y="18063"/>
                    <a:pt x="19634" y="17904"/>
                  </a:cubicBezTo>
                  <a:cubicBezTo>
                    <a:pt x="19602" y="17868"/>
                    <a:pt x="19645" y="17843"/>
                    <a:pt x="19700" y="17807"/>
                  </a:cubicBezTo>
                  <a:cubicBezTo>
                    <a:pt x="19895" y="17636"/>
                    <a:pt x="20090" y="17661"/>
                    <a:pt x="20297" y="17734"/>
                  </a:cubicBezTo>
                  <a:cubicBezTo>
                    <a:pt x="20460" y="17843"/>
                    <a:pt x="20579" y="17990"/>
                    <a:pt x="20655" y="18185"/>
                  </a:cubicBezTo>
                  <a:cubicBezTo>
                    <a:pt x="20710" y="19209"/>
                    <a:pt x="19852" y="19697"/>
                    <a:pt x="19569" y="20515"/>
                  </a:cubicBezTo>
                  <a:cubicBezTo>
                    <a:pt x="19059" y="20685"/>
                    <a:pt x="19124" y="21600"/>
                    <a:pt x="18451" y="21588"/>
                  </a:cubicBezTo>
                  <a:cubicBezTo>
                    <a:pt x="18472" y="19868"/>
                    <a:pt x="18168" y="18185"/>
                    <a:pt x="18005" y="16477"/>
                  </a:cubicBezTo>
                  <a:cubicBezTo>
                    <a:pt x="17853" y="14953"/>
                    <a:pt x="17169" y="13672"/>
                    <a:pt x="16474" y="12428"/>
                  </a:cubicBezTo>
                  <a:cubicBezTo>
                    <a:pt x="15301" y="10343"/>
                    <a:pt x="14715" y="7842"/>
                    <a:pt x="12804" y="6306"/>
                  </a:cubicBezTo>
                  <a:cubicBezTo>
                    <a:pt x="12510" y="6074"/>
                    <a:pt x="12304" y="5842"/>
                    <a:pt x="11924" y="5842"/>
                  </a:cubicBezTo>
                  <a:cubicBezTo>
                    <a:pt x="10295" y="5842"/>
                    <a:pt x="8677" y="5818"/>
                    <a:pt x="7048" y="5806"/>
                  </a:cubicBezTo>
                  <a:cubicBezTo>
                    <a:pt x="6798" y="5806"/>
                    <a:pt x="6548" y="5781"/>
                    <a:pt x="6375" y="6074"/>
                  </a:cubicBezTo>
                  <a:cubicBezTo>
                    <a:pt x="4691" y="8720"/>
                    <a:pt x="2291" y="8025"/>
                    <a:pt x="0" y="7781"/>
                  </a:cubicBezTo>
                  <a:cubicBezTo>
                    <a:pt x="43" y="7708"/>
                    <a:pt x="109" y="7635"/>
                    <a:pt x="185" y="7611"/>
                  </a:cubicBezTo>
                  <a:cubicBezTo>
                    <a:pt x="326" y="7574"/>
                    <a:pt x="467" y="7574"/>
                    <a:pt x="619" y="7574"/>
                  </a:cubicBezTo>
                  <a:cubicBezTo>
                    <a:pt x="565" y="7525"/>
                    <a:pt x="543" y="7428"/>
                    <a:pt x="543" y="7269"/>
                  </a:cubicBezTo>
                  <a:close/>
                  <a:moveTo>
                    <a:pt x="1347" y="7672"/>
                  </a:moveTo>
                  <a:cubicBezTo>
                    <a:pt x="1271" y="7623"/>
                    <a:pt x="1173" y="7623"/>
                    <a:pt x="1075" y="7635"/>
                  </a:cubicBezTo>
                  <a:cubicBezTo>
                    <a:pt x="1162" y="7647"/>
                    <a:pt x="1260" y="7659"/>
                    <a:pt x="1347" y="7672"/>
                  </a:cubicBezTo>
                  <a:close/>
                </a:path>
              </a:pathLst>
            </a:custGeom>
            <a:solidFill>
              <a:srgbClr val="F8593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形状">
              <a:extLst>
                <a:ext uri="{FF2B5EF4-FFF2-40B4-BE49-F238E27FC236}">
                  <a16:creationId xmlns:a16="http://schemas.microsoft.com/office/drawing/2014/main" id="{66E8F2E2-6A37-4559-9D64-F5951678DF83}"/>
                </a:ext>
              </a:extLst>
            </p:cNvPr>
            <p:cNvSpPr/>
            <p:nvPr/>
          </p:nvSpPr>
          <p:spPr>
            <a:xfrm>
              <a:off x="8138918" y="3888121"/>
              <a:ext cx="560248" cy="12339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8" h="21600" extrusionOk="0">
                  <a:moveTo>
                    <a:pt x="5923" y="20559"/>
                  </a:moveTo>
                  <a:cubicBezTo>
                    <a:pt x="5726" y="19970"/>
                    <a:pt x="5084" y="19877"/>
                    <a:pt x="4269" y="20316"/>
                  </a:cubicBezTo>
                  <a:cubicBezTo>
                    <a:pt x="3109" y="20929"/>
                    <a:pt x="1554" y="21230"/>
                    <a:pt x="23" y="21600"/>
                  </a:cubicBezTo>
                  <a:cubicBezTo>
                    <a:pt x="-100" y="19472"/>
                    <a:pt x="270" y="17379"/>
                    <a:pt x="912" y="15275"/>
                  </a:cubicBezTo>
                  <a:cubicBezTo>
                    <a:pt x="3850" y="15113"/>
                    <a:pt x="5356" y="14188"/>
                    <a:pt x="6516" y="13055"/>
                  </a:cubicBezTo>
                  <a:cubicBezTo>
                    <a:pt x="6935" y="12592"/>
                    <a:pt x="7602" y="12257"/>
                    <a:pt x="8663" y="12141"/>
                  </a:cubicBezTo>
                  <a:cubicBezTo>
                    <a:pt x="9256" y="12118"/>
                    <a:pt x="9799" y="12188"/>
                    <a:pt x="10120" y="12442"/>
                  </a:cubicBezTo>
                  <a:cubicBezTo>
                    <a:pt x="10490" y="12511"/>
                    <a:pt x="9898" y="13136"/>
                    <a:pt x="10860" y="12754"/>
                  </a:cubicBezTo>
                  <a:cubicBezTo>
                    <a:pt x="11552" y="12465"/>
                    <a:pt x="11873" y="12014"/>
                    <a:pt x="10786" y="11679"/>
                  </a:cubicBezTo>
                  <a:cubicBezTo>
                    <a:pt x="10465" y="11286"/>
                    <a:pt x="10762" y="10939"/>
                    <a:pt x="11206" y="10615"/>
                  </a:cubicBezTo>
                  <a:cubicBezTo>
                    <a:pt x="12070" y="10199"/>
                    <a:pt x="12119" y="9621"/>
                    <a:pt x="12366" y="9112"/>
                  </a:cubicBezTo>
                  <a:cubicBezTo>
                    <a:pt x="12786" y="8638"/>
                    <a:pt x="12268" y="8164"/>
                    <a:pt x="12366" y="7678"/>
                  </a:cubicBezTo>
                  <a:cubicBezTo>
                    <a:pt x="13230" y="6811"/>
                    <a:pt x="12663" y="5735"/>
                    <a:pt x="14094" y="4926"/>
                  </a:cubicBezTo>
                  <a:cubicBezTo>
                    <a:pt x="14440" y="4221"/>
                    <a:pt x="16119" y="4024"/>
                    <a:pt x="16662" y="3388"/>
                  </a:cubicBezTo>
                  <a:cubicBezTo>
                    <a:pt x="16859" y="3053"/>
                    <a:pt x="16834" y="2683"/>
                    <a:pt x="17131" y="2336"/>
                  </a:cubicBezTo>
                  <a:cubicBezTo>
                    <a:pt x="17229" y="2232"/>
                    <a:pt x="17353" y="2139"/>
                    <a:pt x="17550" y="2047"/>
                  </a:cubicBezTo>
                  <a:cubicBezTo>
                    <a:pt x="18192" y="1758"/>
                    <a:pt x="18587" y="1388"/>
                    <a:pt x="18883" y="1006"/>
                  </a:cubicBezTo>
                  <a:cubicBezTo>
                    <a:pt x="19180" y="659"/>
                    <a:pt x="19204" y="254"/>
                    <a:pt x="19895" y="0"/>
                  </a:cubicBezTo>
                  <a:cubicBezTo>
                    <a:pt x="21500" y="139"/>
                    <a:pt x="20315" y="798"/>
                    <a:pt x="20908" y="1122"/>
                  </a:cubicBezTo>
                  <a:cubicBezTo>
                    <a:pt x="19747" y="2313"/>
                    <a:pt x="18562" y="3504"/>
                    <a:pt x="17427" y="4695"/>
                  </a:cubicBezTo>
                  <a:cubicBezTo>
                    <a:pt x="14662" y="7597"/>
                    <a:pt x="14366" y="10569"/>
                    <a:pt x="15452" y="13714"/>
                  </a:cubicBezTo>
                  <a:cubicBezTo>
                    <a:pt x="16069" y="15472"/>
                    <a:pt x="15600" y="17310"/>
                    <a:pt x="15674" y="19125"/>
                  </a:cubicBezTo>
                  <a:cubicBezTo>
                    <a:pt x="14588" y="17807"/>
                    <a:pt x="15699" y="16420"/>
                    <a:pt x="14983" y="15009"/>
                  </a:cubicBezTo>
                  <a:cubicBezTo>
                    <a:pt x="14341" y="15518"/>
                    <a:pt x="14785" y="16027"/>
                    <a:pt x="14563" y="16489"/>
                  </a:cubicBezTo>
                  <a:cubicBezTo>
                    <a:pt x="13773" y="17588"/>
                    <a:pt x="12218" y="18547"/>
                    <a:pt x="11700" y="19704"/>
                  </a:cubicBezTo>
                  <a:cubicBezTo>
                    <a:pt x="11132" y="20212"/>
                    <a:pt x="9774" y="19403"/>
                    <a:pt x="9281" y="20027"/>
                  </a:cubicBezTo>
                  <a:cubicBezTo>
                    <a:pt x="7355" y="19611"/>
                    <a:pt x="8540" y="18906"/>
                    <a:pt x="8515" y="18339"/>
                  </a:cubicBezTo>
                  <a:cubicBezTo>
                    <a:pt x="8589" y="18119"/>
                    <a:pt x="7873" y="18304"/>
                    <a:pt x="8244" y="18293"/>
                  </a:cubicBezTo>
                  <a:cubicBezTo>
                    <a:pt x="8318" y="18293"/>
                    <a:pt x="8367" y="18316"/>
                    <a:pt x="8343" y="18362"/>
                  </a:cubicBezTo>
                  <a:cubicBezTo>
                    <a:pt x="7972" y="19195"/>
                    <a:pt x="8096" y="20155"/>
                    <a:pt x="5923" y="20559"/>
                  </a:cubicBezTo>
                </a:path>
              </a:pathLst>
            </a:custGeom>
            <a:solidFill>
              <a:srgbClr val="C74A3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形状">
              <a:extLst>
                <a:ext uri="{FF2B5EF4-FFF2-40B4-BE49-F238E27FC236}">
                  <a16:creationId xmlns:a16="http://schemas.microsoft.com/office/drawing/2014/main" id="{8AFF3641-C025-4D35-9E4D-33E90E098E57}"/>
                </a:ext>
              </a:extLst>
            </p:cNvPr>
            <p:cNvSpPr/>
            <p:nvPr/>
          </p:nvSpPr>
          <p:spPr>
            <a:xfrm>
              <a:off x="9422468" y="2956110"/>
              <a:ext cx="507215" cy="8782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5" h="21519" extrusionOk="0">
                  <a:moveTo>
                    <a:pt x="19309" y="16"/>
                  </a:moveTo>
                  <a:cubicBezTo>
                    <a:pt x="20834" y="1618"/>
                    <a:pt x="21084" y="3365"/>
                    <a:pt x="21278" y="5129"/>
                  </a:cubicBezTo>
                  <a:cubicBezTo>
                    <a:pt x="21389" y="6164"/>
                    <a:pt x="20114" y="6633"/>
                    <a:pt x="18949" y="7006"/>
                  </a:cubicBezTo>
                  <a:cubicBezTo>
                    <a:pt x="17535" y="7459"/>
                    <a:pt x="17341" y="6536"/>
                    <a:pt x="16592" y="6148"/>
                  </a:cubicBezTo>
                  <a:cubicBezTo>
                    <a:pt x="14568" y="5048"/>
                    <a:pt x="12322" y="4206"/>
                    <a:pt x="9300" y="4935"/>
                  </a:cubicBezTo>
                  <a:cubicBezTo>
                    <a:pt x="6416" y="5646"/>
                    <a:pt x="3699" y="7539"/>
                    <a:pt x="3754" y="8996"/>
                  </a:cubicBezTo>
                  <a:cubicBezTo>
                    <a:pt x="3754" y="9433"/>
                    <a:pt x="3810" y="9869"/>
                    <a:pt x="3810" y="10322"/>
                  </a:cubicBezTo>
                  <a:cubicBezTo>
                    <a:pt x="3976" y="14076"/>
                    <a:pt x="4115" y="14141"/>
                    <a:pt x="9826" y="15726"/>
                  </a:cubicBezTo>
                  <a:cubicBezTo>
                    <a:pt x="10936" y="16034"/>
                    <a:pt x="11657" y="15872"/>
                    <a:pt x="12488" y="15500"/>
                  </a:cubicBezTo>
                  <a:cubicBezTo>
                    <a:pt x="13986" y="14788"/>
                    <a:pt x="15622" y="14125"/>
                    <a:pt x="16537" y="13073"/>
                  </a:cubicBezTo>
                  <a:cubicBezTo>
                    <a:pt x="16953" y="12604"/>
                    <a:pt x="17563" y="12410"/>
                    <a:pt x="18367" y="12523"/>
                  </a:cubicBezTo>
                  <a:cubicBezTo>
                    <a:pt x="19337" y="12701"/>
                    <a:pt x="19115" y="13235"/>
                    <a:pt x="19060" y="13655"/>
                  </a:cubicBezTo>
                  <a:cubicBezTo>
                    <a:pt x="18755" y="15500"/>
                    <a:pt x="17923" y="17280"/>
                    <a:pt x="16509" y="18930"/>
                  </a:cubicBezTo>
                  <a:cubicBezTo>
                    <a:pt x="16121" y="19399"/>
                    <a:pt x="15622" y="19885"/>
                    <a:pt x="14762" y="20014"/>
                  </a:cubicBezTo>
                  <a:cubicBezTo>
                    <a:pt x="10880" y="20499"/>
                    <a:pt x="7165" y="21535"/>
                    <a:pt x="2700" y="21519"/>
                  </a:cubicBezTo>
                  <a:cubicBezTo>
                    <a:pt x="3643" y="20580"/>
                    <a:pt x="5085" y="20548"/>
                    <a:pt x="6277" y="20305"/>
                  </a:cubicBezTo>
                  <a:cubicBezTo>
                    <a:pt x="7636" y="20030"/>
                    <a:pt x="8967" y="19610"/>
                    <a:pt x="10326" y="19561"/>
                  </a:cubicBezTo>
                  <a:cubicBezTo>
                    <a:pt x="15511" y="19367"/>
                    <a:pt x="15871" y="16956"/>
                    <a:pt x="17230" y="14869"/>
                  </a:cubicBezTo>
                  <a:cubicBezTo>
                    <a:pt x="15816" y="14562"/>
                    <a:pt x="14984" y="15128"/>
                    <a:pt x="14596" y="15484"/>
                  </a:cubicBezTo>
                  <a:cubicBezTo>
                    <a:pt x="12544" y="17344"/>
                    <a:pt x="9882" y="16859"/>
                    <a:pt x="7331" y="16147"/>
                  </a:cubicBezTo>
                  <a:cubicBezTo>
                    <a:pt x="5861" y="15726"/>
                    <a:pt x="4087" y="15807"/>
                    <a:pt x="2922" y="15015"/>
                  </a:cubicBezTo>
                  <a:cubicBezTo>
                    <a:pt x="2312" y="14529"/>
                    <a:pt x="870" y="14691"/>
                    <a:pt x="538" y="13995"/>
                  </a:cubicBezTo>
                  <a:cubicBezTo>
                    <a:pt x="-211" y="11811"/>
                    <a:pt x="-72" y="9578"/>
                    <a:pt x="316" y="7394"/>
                  </a:cubicBezTo>
                  <a:cubicBezTo>
                    <a:pt x="926" y="4012"/>
                    <a:pt x="9521" y="1812"/>
                    <a:pt x="15012" y="3511"/>
                  </a:cubicBezTo>
                  <a:cubicBezTo>
                    <a:pt x="15788" y="3737"/>
                    <a:pt x="16453" y="4093"/>
                    <a:pt x="17507" y="4368"/>
                  </a:cubicBezTo>
                  <a:cubicBezTo>
                    <a:pt x="18228" y="3090"/>
                    <a:pt x="17424" y="1715"/>
                    <a:pt x="18145" y="501"/>
                  </a:cubicBezTo>
                  <a:cubicBezTo>
                    <a:pt x="18367" y="178"/>
                    <a:pt x="18672" y="-65"/>
                    <a:pt x="19309" y="16"/>
                  </a:cubicBezTo>
                </a:path>
              </a:pathLst>
            </a:custGeom>
            <a:solidFill>
              <a:srgbClr val="2C313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形状">
              <a:extLst>
                <a:ext uri="{FF2B5EF4-FFF2-40B4-BE49-F238E27FC236}">
                  <a16:creationId xmlns:a16="http://schemas.microsoft.com/office/drawing/2014/main" id="{D4A3AEF4-6992-4FE2-A720-B330D97DC862}"/>
                </a:ext>
              </a:extLst>
            </p:cNvPr>
            <p:cNvSpPr/>
            <p:nvPr/>
          </p:nvSpPr>
          <p:spPr>
            <a:xfrm>
              <a:off x="8165372" y="3775839"/>
              <a:ext cx="394730" cy="990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26" h="21180" extrusionOk="0">
                  <a:moveTo>
                    <a:pt x="16310" y="11791"/>
                  </a:moveTo>
                  <a:cubicBezTo>
                    <a:pt x="16141" y="12342"/>
                    <a:pt x="17904" y="12879"/>
                    <a:pt x="16480" y="13459"/>
                  </a:cubicBezTo>
                  <a:cubicBezTo>
                    <a:pt x="13937" y="13883"/>
                    <a:pt x="15327" y="14872"/>
                    <a:pt x="14716" y="15579"/>
                  </a:cubicBezTo>
                  <a:cubicBezTo>
                    <a:pt x="13937" y="15975"/>
                    <a:pt x="13835" y="16427"/>
                    <a:pt x="14038" y="16922"/>
                  </a:cubicBezTo>
                  <a:cubicBezTo>
                    <a:pt x="14547" y="17558"/>
                    <a:pt x="13869" y="17841"/>
                    <a:pt x="12411" y="17883"/>
                  </a:cubicBezTo>
                  <a:cubicBezTo>
                    <a:pt x="12038" y="17558"/>
                    <a:pt x="11326" y="17474"/>
                    <a:pt x="10546" y="17431"/>
                  </a:cubicBezTo>
                  <a:cubicBezTo>
                    <a:pt x="8681" y="17360"/>
                    <a:pt x="7833" y="17686"/>
                    <a:pt x="8376" y="18491"/>
                  </a:cubicBezTo>
                  <a:cubicBezTo>
                    <a:pt x="7290" y="20357"/>
                    <a:pt x="3357" y="21573"/>
                    <a:pt x="0" y="21064"/>
                  </a:cubicBezTo>
                  <a:cubicBezTo>
                    <a:pt x="610" y="19650"/>
                    <a:pt x="1289" y="18223"/>
                    <a:pt x="1899" y="16795"/>
                  </a:cubicBezTo>
                  <a:cubicBezTo>
                    <a:pt x="3221" y="16470"/>
                    <a:pt x="2204" y="15254"/>
                    <a:pt x="4917" y="15466"/>
                  </a:cubicBezTo>
                  <a:cubicBezTo>
                    <a:pt x="5527" y="15565"/>
                    <a:pt x="5731" y="15777"/>
                    <a:pt x="5900" y="16018"/>
                  </a:cubicBezTo>
                  <a:cubicBezTo>
                    <a:pt x="6138" y="16555"/>
                    <a:pt x="5934" y="17064"/>
                    <a:pt x="5459" y="17431"/>
                  </a:cubicBezTo>
                  <a:cubicBezTo>
                    <a:pt x="5697" y="17304"/>
                    <a:pt x="6002" y="17120"/>
                    <a:pt x="6070" y="16908"/>
                  </a:cubicBezTo>
                  <a:cubicBezTo>
                    <a:pt x="8104" y="15692"/>
                    <a:pt x="8545" y="14279"/>
                    <a:pt x="8511" y="12837"/>
                  </a:cubicBezTo>
                  <a:cubicBezTo>
                    <a:pt x="8172" y="12681"/>
                    <a:pt x="7799" y="12554"/>
                    <a:pt x="7494" y="12399"/>
                  </a:cubicBezTo>
                  <a:cubicBezTo>
                    <a:pt x="6917" y="11593"/>
                    <a:pt x="10376" y="11027"/>
                    <a:pt x="8342" y="10123"/>
                  </a:cubicBezTo>
                  <a:lnTo>
                    <a:pt x="8376" y="10137"/>
                  </a:lnTo>
                  <a:cubicBezTo>
                    <a:pt x="8342" y="9854"/>
                    <a:pt x="9562" y="7380"/>
                    <a:pt x="9868" y="7126"/>
                  </a:cubicBezTo>
                  <a:cubicBezTo>
                    <a:pt x="10342" y="6080"/>
                    <a:pt x="7528" y="6122"/>
                    <a:pt x="6816" y="5472"/>
                  </a:cubicBezTo>
                  <a:cubicBezTo>
                    <a:pt x="5154" y="4299"/>
                    <a:pt x="5561" y="3012"/>
                    <a:pt x="5934" y="1768"/>
                  </a:cubicBezTo>
                  <a:cubicBezTo>
                    <a:pt x="6307" y="553"/>
                    <a:pt x="8681" y="-27"/>
                    <a:pt x="11326" y="1"/>
                  </a:cubicBezTo>
                  <a:cubicBezTo>
                    <a:pt x="13970" y="15"/>
                    <a:pt x="14513" y="1005"/>
                    <a:pt x="14852" y="1896"/>
                  </a:cubicBezTo>
                  <a:cubicBezTo>
                    <a:pt x="15089" y="2503"/>
                    <a:pt x="14750" y="3097"/>
                    <a:pt x="14547" y="3705"/>
                  </a:cubicBezTo>
                  <a:cubicBezTo>
                    <a:pt x="14140" y="5316"/>
                    <a:pt x="14920" y="5557"/>
                    <a:pt x="18684" y="5048"/>
                  </a:cubicBezTo>
                  <a:cubicBezTo>
                    <a:pt x="21600" y="5642"/>
                    <a:pt x="19633" y="6292"/>
                    <a:pt x="18819" y="6914"/>
                  </a:cubicBezTo>
                  <a:cubicBezTo>
                    <a:pt x="17463" y="7677"/>
                    <a:pt x="15462" y="7324"/>
                    <a:pt x="13631" y="7366"/>
                  </a:cubicBezTo>
                  <a:cubicBezTo>
                    <a:pt x="13292" y="8554"/>
                    <a:pt x="13292" y="9699"/>
                    <a:pt x="13462" y="10858"/>
                  </a:cubicBezTo>
                  <a:cubicBezTo>
                    <a:pt x="13530" y="11692"/>
                    <a:pt x="14750" y="11791"/>
                    <a:pt x="16310" y="11791"/>
                  </a:cubicBezTo>
                </a:path>
              </a:pathLst>
            </a:custGeom>
            <a:solidFill>
              <a:srgbClr val="E350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形状">
              <a:extLst>
                <a:ext uri="{FF2B5EF4-FFF2-40B4-BE49-F238E27FC236}">
                  <a16:creationId xmlns:a16="http://schemas.microsoft.com/office/drawing/2014/main" id="{A4477D74-528F-4BA6-A62D-69A61B395D6F}"/>
                </a:ext>
              </a:extLst>
            </p:cNvPr>
            <p:cNvSpPr/>
            <p:nvPr/>
          </p:nvSpPr>
          <p:spPr>
            <a:xfrm>
              <a:off x="6854229" y="2901062"/>
              <a:ext cx="719389" cy="400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6" h="20115" extrusionOk="0">
                  <a:moveTo>
                    <a:pt x="10468" y="15402"/>
                  </a:moveTo>
                  <a:cubicBezTo>
                    <a:pt x="9486" y="13580"/>
                    <a:pt x="8426" y="14805"/>
                    <a:pt x="7483" y="15435"/>
                  </a:cubicBezTo>
                  <a:cubicBezTo>
                    <a:pt x="5775" y="16561"/>
                    <a:pt x="4066" y="17853"/>
                    <a:pt x="2456" y="19344"/>
                  </a:cubicBezTo>
                  <a:cubicBezTo>
                    <a:pt x="787" y="20868"/>
                    <a:pt x="159" y="19742"/>
                    <a:pt x="21" y="17058"/>
                  </a:cubicBezTo>
                  <a:cubicBezTo>
                    <a:pt x="-234" y="12089"/>
                    <a:pt x="1887" y="6556"/>
                    <a:pt x="4616" y="4767"/>
                  </a:cubicBezTo>
                  <a:cubicBezTo>
                    <a:pt x="6639" y="3475"/>
                    <a:pt x="8602" y="2018"/>
                    <a:pt x="10645" y="825"/>
                  </a:cubicBezTo>
                  <a:cubicBezTo>
                    <a:pt x="13354" y="-732"/>
                    <a:pt x="15691" y="-301"/>
                    <a:pt x="17576" y="4005"/>
                  </a:cubicBezTo>
                  <a:cubicBezTo>
                    <a:pt x="19206" y="7749"/>
                    <a:pt x="20914" y="13016"/>
                    <a:pt x="21366" y="17787"/>
                  </a:cubicBezTo>
                  <a:cubicBezTo>
                    <a:pt x="20188" y="17754"/>
                    <a:pt x="19874" y="16197"/>
                    <a:pt x="19461" y="14971"/>
                  </a:cubicBezTo>
                  <a:cubicBezTo>
                    <a:pt x="18381" y="11956"/>
                    <a:pt x="17242" y="9008"/>
                    <a:pt x="16319" y="5861"/>
                  </a:cubicBezTo>
                  <a:cubicBezTo>
                    <a:pt x="15298" y="2415"/>
                    <a:pt x="13629" y="2117"/>
                    <a:pt x="11842" y="3045"/>
                  </a:cubicBezTo>
                  <a:cubicBezTo>
                    <a:pt x="8975" y="4535"/>
                    <a:pt x="6167" y="6324"/>
                    <a:pt x="3359" y="8113"/>
                  </a:cubicBezTo>
                  <a:cubicBezTo>
                    <a:pt x="2122" y="8908"/>
                    <a:pt x="709" y="14839"/>
                    <a:pt x="1101" y="16926"/>
                  </a:cubicBezTo>
                  <a:cubicBezTo>
                    <a:pt x="1415" y="18383"/>
                    <a:pt x="1887" y="17820"/>
                    <a:pt x="2319" y="17224"/>
                  </a:cubicBezTo>
                  <a:cubicBezTo>
                    <a:pt x="4420" y="14342"/>
                    <a:pt x="7189" y="14308"/>
                    <a:pt x="9565" y="12553"/>
                  </a:cubicBezTo>
                  <a:cubicBezTo>
                    <a:pt x="11901" y="10863"/>
                    <a:pt x="12981" y="12884"/>
                    <a:pt x="13237" y="18251"/>
                  </a:cubicBezTo>
                  <a:cubicBezTo>
                    <a:pt x="13138" y="20570"/>
                    <a:pt x="11941" y="20040"/>
                    <a:pt x="11234" y="20106"/>
                  </a:cubicBezTo>
                  <a:cubicBezTo>
                    <a:pt x="10350" y="20172"/>
                    <a:pt x="10723" y="18582"/>
                    <a:pt x="10645" y="17688"/>
                  </a:cubicBezTo>
                  <a:cubicBezTo>
                    <a:pt x="10586" y="16926"/>
                    <a:pt x="10703" y="16131"/>
                    <a:pt x="10468" y="15402"/>
                  </a:cubicBezTo>
                </a:path>
              </a:pathLst>
            </a:custGeom>
            <a:solidFill>
              <a:srgbClr val="95463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形状">
              <a:extLst>
                <a:ext uri="{FF2B5EF4-FFF2-40B4-BE49-F238E27FC236}">
                  <a16:creationId xmlns:a16="http://schemas.microsoft.com/office/drawing/2014/main" id="{EEE57EC4-6B92-469F-BF8B-115004FFE9A8}"/>
                </a:ext>
              </a:extLst>
            </p:cNvPr>
            <p:cNvSpPr/>
            <p:nvPr/>
          </p:nvSpPr>
          <p:spPr>
            <a:xfrm>
              <a:off x="7588837" y="3302851"/>
              <a:ext cx="867055" cy="3402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56" extrusionOk="0">
                  <a:moveTo>
                    <a:pt x="7639" y="10819"/>
                  </a:moveTo>
                  <a:cubicBezTo>
                    <a:pt x="7458" y="10436"/>
                    <a:pt x="7293" y="10129"/>
                    <a:pt x="7112" y="9745"/>
                  </a:cubicBezTo>
                  <a:cubicBezTo>
                    <a:pt x="7178" y="6254"/>
                    <a:pt x="8512" y="5870"/>
                    <a:pt x="9335" y="4719"/>
                  </a:cubicBezTo>
                  <a:cubicBezTo>
                    <a:pt x="8545" y="5371"/>
                    <a:pt x="7639" y="6023"/>
                    <a:pt x="6701" y="4719"/>
                  </a:cubicBezTo>
                  <a:cubicBezTo>
                    <a:pt x="5021" y="4566"/>
                    <a:pt x="3342" y="4412"/>
                    <a:pt x="1679" y="4335"/>
                  </a:cubicBezTo>
                  <a:cubicBezTo>
                    <a:pt x="346" y="4259"/>
                    <a:pt x="346" y="4297"/>
                    <a:pt x="0" y="0"/>
                  </a:cubicBezTo>
                  <a:cubicBezTo>
                    <a:pt x="1021" y="2724"/>
                    <a:pt x="2206" y="2571"/>
                    <a:pt x="3441" y="2340"/>
                  </a:cubicBezTo>
                  <a:cubicBezTo>
                    <a:pt x="9302" y="1420"/>
                    <a:pt x="15179" y="1266"/>
                    <a:pt x="21040" y="1458"/>
                  </a:cubicBezTo>
                  <a:cubicBezTo>
                    <a:pt x="21419" y="1880"/>
                    <a:pt x="21567" y="2686"/>
                    <a:pt x="21600" y="3606"/>
                  </a:cubicBezTo>
                  <a:cubicBezTo>
                    <a:pt x="21600" y="3913"/>
                    <a:pt x="21600" y="4335"/>
                    <a:pt x="21518" y="4450"/>
                  </a:cubicBezTo>
                  <a:cubicBezTo>
                    <a:pt x="18916" y="8594"/>
                    <a:pt x="16776" y="13927"/>
                    <a:pt x="14455" y="18799"/>
                  </a:cubicBezTo>
                  <a:cubicBezTo>
                    <a:pt x="13154" y="21600"/>
                    <a:pt x="13171" y="17418"/>
                    <a:pt x="12512" y="16843"/>
                  </a:cubicBezTo>
                  <a:cubicBezTo>
                    <a:pt x="13039" y="12968"/>
                    <a:pt x="14669" y="11510"/>
                    <a:pt x="15739" y="8786"/>
                  </a:cubicBezTo>
                  <a:cubicBezTo>
                    <a:pt x="16299" y="7366"/>
                    <a:pt x="17073" y="6407"/>
                    <a:pt x="17731" y="4604"/>
                  </a:cubicBezTo>
                  <a:cubicBezTo>
                    <a:pt x="16085" y="4374"/>
                    <a:pt x="15031" y="6561"/>
                    <a:pt x="13945" y="8479"/>
                  </a:cubicBezTo>
                  <a:cubicBezTo>
                    <a:pt x="12693" y="10781"/>
                    <a:pt x="11673" y="13773"/>
                    <a:pt x="10125" y="15155"/>
                  </a:cubicBezTo>
                  <a:cubicBezTo>
                    <a:pt x="9680" y="14617"/>
                    <a:pt x="9434" y="13850"/>
                    <a:pt x="9434" y="12661"/>
                  </a:cubicBezTo>
                  <a:cubicBezTo>
                    <a:pt x="9845" y="9016"/>
                    <a:pt x="11360" y="7750"/>
                    <a:pt x="12595" y="4834"/>
                  </a:cubicBezTo>
                  <a:cubicBezTo>
                    <a:pt x="11195" y="5908"/>
                    <a:pt x="10421" y="7980"/>
                    <a:pt x="9450" y="9246"/>
                  </a:cubicBezTo>
                  <a:cubicBezTo>
                    <a:pt x="8907" y="10052"/>
                    <a:pt x="8462" y="11663"/>
                    <a:pt x="7639" y="10819"/>
                  </a:cubicBezTo>
                </a:path>
              </a:pathLst>
            </a:custGeom>
            <a:solidFill>
              <a:srgbClr val="CC4D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形状">
              <a:extLst>
                <a:ext uri="{FF2B5EF4-FFF2-40B4-BE49-F238E27FC236}">
                  <a16:creationId xmlns:a16="http://schemas.microsoft.com/office/drawing/2014/main" id="{5787BE64-D1C7-416A-96F0-4A45A0D047E8}"/>
                </a:ext>
              </a:extLst>
            </p:cNvPr>
            <p:cNvSpPr/>
            <p:nvPr/>
          </p:nvSpPr>
          <p:spPr>
            <a:xfrm>
              <a:off x="8488580" y="3428058"/>
              <a:ext cx="450669" cy="5263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77" y="21600"/>
                  </a:moveTo>
                  <a:cubicBezTo>
                    <a:pt x="8963" y="20975"/>
                    <a:pt x="9850" y="19644"/>
                    <a:pt x="8710" y="19073"/>
                  </a:cubicBezTo>
                  <a:cubicBezTo>
                    <a:pt x="7570" y="19752"/>
                    <a:pt x="7063" y="19236"/>
                    <a:pt x="6714" y="18312"/>
                  </a:cubicBezTo>
                  <a:cubicBezTo>
                    <a:pt x="6809" y="16383"/>
                    <a:pt x="7443" y="14645"/>
                    <a:pt x="9090" y="13232"/>
                  </a:cubicBezTo>
                  <a:cubicBezTo>
                    <a:pt x="9818" y="12634"/>
                    <a:pt x="10515" y="11955"/>
                    <a:pt x="9216" y="11248"/>
                  </a:cubicBezTo>
                  <a:cubicBezTo>
                    <a:pt x="8171" y="10868"/>
                    <a:pt x="7063" y="10977"/>
                    <a:pt x="5986" y="10977"/>
                  </a:cubicBezTo>
                  <a:cubicBezTo>
                    <a:pt x="2597" y="10949"/>
                    <a:pt x="570" y="9509"/>
                    <a:pt x="0" y="6629"/>
                  </a:cubicBezTo>
                  <a:cubicBezTo>
                    <a:pt x="1647" y="3315"/>
                    <a:pt x="4244" y="842"/>
                    <a:pt x="8551" y="0"/>
                  </a:cubicBezTo>
                  <a:cubicBezTo>
                    <a:pt x="10008" y="245"/>
                    <a:pt x="10800" y="1114"/>
                    <a:pt x="11180" y="2255"/>
                  </a:cubicBezTo>
                  <a:cubicBezTo>
                    <a:pt x="11275" y="3614"/>
                    <a:pt x="9755" y="3722"/>
                    <a:pt x="9280" y="4374"/>
                  </a:cubicBezTo>
                  <a:cubicBezTo>
                    <a:pt x="9850" y="4157"/>
                    <a:pt x="10515" y="3478"/>
                    <a:pt x="11497" y="3451"/>
                  </a:cubicBezTo>
                  <a:cubicBezTo>
                    <a:pt x="12795" y="3804"/>
                    <a:pt x="13745" y="4646"/>
                    <a:pt x="14727" y="5407"/>
                  </a:cubicBezTo>
                  <a:cubicBezTo>
                    <a:pt x="14664" y="6684"/>
                    <a:pt x="16374" y="5678"/>
                    <a:pt x="16723" y="6521"/>
                  </a:cubicBezTo>
                  <a:cubicBezTo>
                    <a:pt x="17388" y="8722"/>
                    <a:pt x="19795" y="9156"/>
                    <a:pt x="21600" y="10270"/>
                  </a:cubicBezTo>
                  <a:cubicBezTo>
                    <a:pt x="12637" y="10189"/>
                    <a:pt x="12764" y="17035"/>
                    <a:pt x="9977" y="21600"/>
                  </a:cubicBezTo>
                </a:path>
              </a:pathLst>
            </a:custGeom>
            <a:solidFill>
              <a:srgbClr val="AA463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形状">
              <a:extLst>
                <a:ext uri="{FF2B5EF4-FFF2-40B4-BE49-F238E27FC236}">
                  <a16:creationId xmlns:a16="http://schemas.microsoft.com/office/drawing/2014/main" id="{EC77C40B-7F95-4624-BACD-612473571392}"/>
                </a:ext>
              </a:extLst>
            </p:cNvPr>
            <p:cNvSpPr/>
            <p:nvPr/>
          </p:nvSpPr>
          <p:spPr>
            <a:xfrm>
              <a:off x="8823436" y="3392842"/>
              <a:ext cx="561850" cy="308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9" h="21218" extrusionOk="0">
                  <a:moveTo>
                    <a:pt x="4335" y="19623"/>
                  </a:moveTo>
                  <a:cubicBezTo>
                    <a:pt x="1629" y="20307"/>
                    <a:pt x="175" y="18165"/>
                    <a:pt x="0" y="13152"/>
                  </a:cubicBezTo>
                  <a:cubicBezTo>
                    <a:pt x="2631" y="7502"/>
                    <a:pt x="6089" y="3856"/>
                    <a:pt x="9622" y="484"/>
                  </a:cubicBezTo>
                  <a:cubicBezTo>
                    <a:pt x="10499" y="-382"/>
                    <a:pt x="11652" y="-154"/>
                    <a:pt x="12253" y="1714"/>
                  </a:cubicBezTo>
                  <a:cubicBezTo>
                    <a:pt x="12930" y="3810"/>
                    <a:pt x="12003" y="5086"/>
                    <a:pt x="11251" y="6134"/>
                  </a:cubicBezTo>
                  <a:cubicBezTo>
                    <a:pt x="9547" y="8504"/>
                    <a:pt x="7743" y="10555"/>
                    <a:pt x="6189" y="13881"/>
                  </a:cubicBezTo>
                  <a:cubicBezTo>
                    <a:pt x="8770" y="10874"/>
                    <a:pt x="10950" y="7547"/>
                    <a:pt x="13381" y="4904"/>
                  </a:cubicBezTo>
                  <a:cubicBezTo>
                    <a:pt x="14058" y="4175"/>
                    <a:pt x="14759" y="3446"/>
                    <a:pt x="15486" y="2990"/>
                  </a:cubicBezTo>
                  <a:cubicBezTo>
                    <a:pt x="16062" y="2717"/>
                    <a:pt x="16689" y="2443"/>
                    <a:pt x="17115" y="3446"/>
                  </a:cubicBezTo>
                  <a:cubicBezTo>
                    <a:pt x="17666" y="4767"/>
                    <a:pt x="17240" y="5861"/>
                    <a:pt x="16714" y="6772"/>
                  </a:cubicBezTo>
                  <a:cubicBezTo>
                    <a:pt x="15536" y="8869"/>
                    <a:pt x="14007" y="10190"/>
                    <a:pt x="12880" y="12241"/>
                  </a:cubicBezTo>
                  <a:cubicBezTo>
                    <a:pt x="14910" y="10600"/>
                    <a:pt x="16714" y="8048"/>
                    <a:pt x="18819" y="6408"/>
                  </a:cubicBezTo>
                  <a:cubicBezTo>
                    <a:pt x="19620" y="5770"/>
                    <a:pt x="20648" y="5041"/>
                    <a:pt x="21174" y="6864"/>
                  </a:cubicBezTo>
                  <a:cubicBezTo>
                    <a:pt x="21600" y="8276"/>
                    <a:pt x="20748" y="9415"/>
                    <a:pt x="20172" y="10372"/>
                  </a:cubicBezTo>
                  <a:cubicBezTo>
                    <a:pt x="19595" y="11329"/>
                    <a:pt x="18969" y="12286"/>
                    <a:pt x="18368" y="13107"/>
                  </a:cubicBezTo>
                  <a:cubicBezTo>
                    <a:pt x="17115" y="14884"/>
                    <a:pt x="16964" y="16798"/>
                    <a:pt x="17942" y="19076"/>
                  </a:cubicBezTo>
                  <a:cubicBezTo>
                    <a:pt x="18042" y="19851"/>
                    <a:pt x="18017" y="20580"/>
                    <a:pt x="17691" y="21218"/>
                  </a:cubicBezTo>
                  <a:cubicBezTo>
                    <a:pt x="15812" y="20853"/>
                    <a:pt x="13932" y="20534"/>
                    <a:pt x="12028" y="20215"/>
                  </a:cubicBezTo>
                  <a:cubicBezTo>
                    <a:pt x="12203" y="18119"/>
                    <a:pt x="12980" y="18803"/>
                    <a:pt x="13431" y="18393"/>
                  </a:cubicBezTo>
                  <a:cubicBezTo>
                    <a:pt x="13882" y="18074"/>
                    <a:pt x="14032" y="17481"/>
                    <a:pt x="13857" y="16752"/>
                  </a:cubicBezTo>
                  <a:cubicBezTo>
                    <a:pt x="13757" y="16433"/>
                    <a:pt x="13256" y="16069"/>
                    <a:pt x="13155" y="16205"/>
                  </a:cubicBezTo>
                  <a:cubicBezTo>
                    <a:pt x="10574" y="20170"/>
                    <a:pt x="7116" y="16752"/>
                    <a:pt x="4335" y="19623"/>
                  </a:cubicBezTo>
                </a:path>
              </a:pathLst>
            </a:custGeom>
            <a:solidFill>
              <a:srgbClr val="7B413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形状">
              <a:extLst>
                <a:ext uri="{FF2B5EF4-FFF2-40B4-BE49-F238E27FC236}">
                  <a16:creationId xmlns:a16="http://schemas.microsoft.com/office/drawing/2014/main" id="{A517FD1C-6F22-4796-B1E0-C3FD9D4DC77D}"/>
                </a:ext>
              </a:extLst>
            </p:cNvPr>
            <p:cNvSpPr/>
            <p:nvPr/>
          </p:nvSpPr>
          <p:spPr>
            <a:xfrm>
              <a:off x="8430345" y="3313148"/>
              <a:ext cx="721466" cy="255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79" extrusionOk="0">
                  <a:moveTo>
                    <a:pt x="8312" y="14417"/>
                  </a:moveTo>
                  <a:cubicBezTo>
                    <a:pt x="7917" y="12831"/>
                    <a:pt x="7680" y="10862"/>
                    <a:pt x="6891" y="10370"/>
                  </a:cubicBezTo>
                  <a:cubicBezTo>
                    <a:pt x="7226" y="6160"/>
                    <a:pt x="8628" y="5449"/>
                    <a:pt x="9872" y="3371"/>
                  </a:cubicBezTo>
                  <a:cubicBezTo>
                    <a:pt x="7305" y="5667"/>
                    <a:pt x="5785" y="12011"/>
                    <a:pt x="3297" y="13651"/>
                  </a:cubicBezTo>
                  <a:cubicBezTo>
                    <a:pt x="2488" y="13323"/>
                    <a:pt x="2132" y="12011"/>
                    <a:pt x="2152" y="9878"/>
                  </a:cubicBezTo>
                  <a:cubicBezTo>
                    <a:pt x="2468" y="6925"/>
                    <a:pt x="3356" y="5722"/>
                    <a:pt x="4245" y="4628"/>
                  </a:cubicBezTo>
                  <a:cubicBezTo>
                    <a:pt x="3120" y="3808"/>
                    <a:pt x="1994" y="4738"/>
                    <a:pt x="869" y="4300"/>
                  </a:cubicBezTo>
                  <a:cubicBezTo>
                    <a:pt x="770" y="4246"/>
                    <a:pt x="671" y="4191"/>
                    <a:pt x="573" y="4191"/>
                  </a:cubicBezTo>
                  <a:cubicBezTo>
                    <a:pt x="158" y="3589"/>
                    <a:pt x="79" y="2496"/>
                    <a:pt x="0" y="1402"/>
                  </a:cubicBezTo>
                  <a:lnTo>
                    <a:pt x="20" y="1457"/>
                  </a:lnTo>
                  <a:cubicBezTo>
                    <a:pt x="4028" y="254"/>
                    <a:pt x="8036" y="1457"/>
                    <a:pt x="12044" y="855"/>
                  </a:cubicBezTo>
                  <a:cubicBezTo>
                    <a:pt x="14709" y="-74"/>
                    <a:pt x="17395" y="-129"/>
                    <a:pt x="20060" y="144"/>
                  </a:cubicBezTo>
                  <a:cubicBezTo>
                    <a:pt x="20613" y="418"/>
                    <a:pt x="21245" y="144"/>
                    <a:pt x="21600" y="1730"/>
                  </a:cubicBezTo>
                  <a:cubicBezTo>
                    <a:pt x="21600" y="2168"/>
                    <a:pt x="21580" y="2824"/>
                    <a:pt x="21482" y="2879"/>
                  </a:cubicBezTo>
                  <a:cubicBezTo>
                    <a:pt x="17592" y="4300"/>
                    <a:pt x="15874" y="14690"/>
                    <a:pt x="12755" y="19174"/>
                  </a:cubicBezTo>
                  <a:cubicBezTo>
                    <a:pt x="12143" y="20049"/>
                    <a:pt x="11629" y="21471"/>
                    <a:pt x="10879" y="20979"/>
                  </a:cubicBezTo>
                  <a:cubicBezTo>
                    <a:pt x="9912" y="20815"/>
                    <a:pt x="9359" y="19174"/>
                    <a:pt x="8924" y="17042"/>
                  </a:cubicBezTo>
                  <a:cubicBezTo>
                    <a:pt x="8608" y="16385"/>
                    <a:pt x="9319" y="13815"/>
                    <a:pt x="8312" y="14417"/>
                  </a:cubicBezTo>
                </a:path>
              </a:pathLst>
            </a:custGeom>
            <a:solidFill>
              <a:srgbClr val="86423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形状">
              <a:extLst>
                <a:ext uri="{FF2B5EF4-FFF2-40B4-BE49-F238E27FC236}">
                  <a16:creationId xmlns:a16="http://schemas.microsoft.com/office/drawing/2014/main" id="{64B67AA9-9BF8-4FF5-A373-ACF5693226A3}"/>
                </a:ext>
              </a:extLst>
            </p:cNvPr>
            <p:cNvSpPr/>
            <p:nvPr/>
          </p:nvSpPr>
          <p:spPr>
            <a:xfrm>
              <a:off x="6854054" y="3206762"/>
              <a:ext cx="476341" cy="6079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2" h="21600" extrusionOk="0">
                  <a:moveTo>
                    <a:pt x="15064" y="0"/>
                  </a:moveTo>
                  <a:cubicBezTo>
                    <a:pt x="16139" y="776"/>
                    <a:pt x="15262" y="1927"/>
                    <a:pt x="15884" y="2844"/>
                  </a:cubicBezTo>
                  <a:cubicBezTo>
                    <a:pt x="16930" y="2562"/>
                    <a:pt x="17977" y="2303"/>
                    <a:pt x="19023" y="2021"/>
                  </a:cubicBezTo>
                  <a:cubicBezTo>
                    <a:pt x="19447" y="4184"/>
                    <a:pt x="19984" y="6346"/>
                    <a:pt x="20210" y="8532"/>
                  </a:cubicBezTo>
                  <a:cubicBezTo>
                    <a:pt x="20380" y="10483"/>
                    <a:pt x="21143" y="12880"/>
                    <a:pt x="18627" y="14079"/>
                  </a:cubicBezTo>
                  <a:cubicBezTo>
                    <a:pt x="15319" y="15701"/>
                    <a:pt x="11644" y="16523"/>
                    <a:pt x="7912" y="14831"/>
                  </a:cubicBezTo>
                  <a:cubicBezTo>
                    <a:pt x="6328" y="14102"/>
                    <a:pt x="4943" y="13092"/>
                    <a:pt x="3303" y="12387"/>
                  </a:cubicBezTo>
                  <a:cubicBezTo>
                    <a:pt x="5848" y="15136"/>
                    <a:pt x="5735" y="19555"/>
                    <a:pt x="10993" y="20519"/>
                  </a:cubicBezTo>
                  <a:cubicBezTo>
                    <a:pt x="11615" y="21318"/>
                    <a:pt x="12888" y="20660"/>
                    <a:pt x="13962" y="21600"/>
                  </a:cubicBezTo>
                  <a:cubicBezTo>
                    <a:pt x="12237" y="21600"/>
                    <a:pt x="10908" y="21600"/>
                    <a:pt x="9580" y="21600"/>
                  </a:cubicBezTo>
                  <a:cubicBezTo>
                    <a:pt x="6752" y="21224"/>
                    <a:pt x="4858" y="20237"/>
                    <a:pt x="4151" y="17581"/>
                  </a:cubicBezTo>
                  <a:cubicBezTo>
                    <a:pt x="3699" y="15795"/>
                    <a:pt x="1861" y="14267"/>
                    <a:pt x="702" y="12598"/>
                  </a:cubicBezTo>
                  <a:cubicBezTo>
                    <a:pt x="108" y="11775"/>
                    <a:pt x="-457" y="10835"/>
                    <a:pt x="561" y="10060"/>
                  </a:cubicBezTo>
                  <a:cubicBezTo>
                    <a:pt x="1663" y="9261"/>
                    <a:pt x="2370" y="10318"/>
                    <a:pt x="3134" y="10718"/>
                  </a:cubicBezTo>
                  <a:cubicBezTo>
                    <a:pt x="4632" y="11517"/>
                    <a:pt x="6046" y="12434"/>
                    <a:pt x="7488" y="13256"/>
                  </a:cubicBezTo>
                  <a:cubicBezTo>
                    <a:pt x="9410" y="14337"/>
                    <a:pt x="11757" y="15254"/>
                    <a:pt x="13651" y="14008"/>
                  </a:cubicBezTo>
                  <a:cubicBezTo>
                    <a:pt x="15686" y="12669"/>
                    <a:pt x="16987" y="10530"/>
                    <a:pt x="16506" y="8132"/>
                  </a:cubicBezTo>
                  <a:cubicBezTo>
                    <a:pt x="15969" y="5476"/>
                    <a:pt x="14640" y="2844"/>
                    <a:pt x="15064" y="0"/>
                  </a:cubicBezTo>
                </a:path>
              </a:pathLst>
            </a:custGeom>
            <a:solidFill>
              <a:srgbClr val="C84D3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形状">
              <a:extLst>
                <a:ext uri="{FF2B5EF4-FFF2-40B4-BE49-F238E27FC236}">
                  <a16:creationId xmlns:a16="http://schemas.microsoft.com/office/drawing/2014/main" id="{EE2CB225-4268-4FE1-92C0-7E97C41451C0}"/>
                </a:ext>
              </a:extLst>
            </p:cNvPr>
            <p:cNvSpPr/>
            <p:nvPr/>
          </p:nvSpPr>
          <p:spPr>
            <a:xfrm>
              <a:off x="9102968" y="2893398"/>
              <a:ext cx="779701" cy="441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27" extrusionOk="0">
                  <a:moveTo>
                    <a:pt x="1336" y="19927"/>
                  </a:moveTo>
                  <a:cubicBezTo>
                    <a:pt x="860" y="19746"/>
                    <a:pt x="293" y="20017"/>
                    <a:pt x="0" y="19084"/>
                  </a:cubicBezTo>
                  <a:cubicBezTo>
                    <a:pt x="2014" y="17909"/>
                    <a:pt x="3789" y="16884"/>
                    <a:pt x="4558" y="12637"/>
                  </a:cubicBezTo>
                  <a:cubicBezTo>
                    <a:pt x="5217" y="9082"/>
                    <a:pt x="6993" y="6039"/>
                    <a:pt x="8365" y="2846"/>
                  </a:cubicBezTo>
                  <a:cubicBezTo>
                    <a:pt x="8713" y="2002"/>
                    <a:pt x="9262" y="948"/>
                    <a:pt x="9793" y="828"/>
                  </a:cubicBezTo>
                  <a:cubicBezTo>
                    <a:pt x="13820" y="-167"/>
                    <a:pt x="17866" y="-980"/>
                    <a:pt x="21600" y="2846"/>
                  </a:cubicBezTo>
                  <a:cubicBezTo>
                    <a:pt x="21454" y="3117"/>
                    <a:pt x="21307" y="3358"/>
                    <a:pt x="21179" y="3599"/>
                  </a:cubicBezTo>
                  <a:cubicBezTo>
                    <a:pt x="20593" y="4382"/>
                    <a:pt x="19953" y="4232"/>
                    <a:pt x="19330" y="3930"/>
                  </a:cubicBezTo>
                  <a:cubicBezTo>
                    <a:pt x="16951" y="2756"/>
                    <a:pt x="14498" y="3238"/>
                    <a:pt x="12063" y="3087"/>
                  </a:cubicBezTo>
                  <a:cubicBezTo>
                    <a:pt x="10580" y="2997"/>
                    <a:pt x="9647" y="4051"/>
                    <a:pt x="8988" y="6160"/>
                  </a:cubicBezTo>
                  <a:cubicBezTo>
                    <a:pt x="7926" y="9504"/>
                    <a:pt x="6993" y="12968"/>
                    <a:pt x="5858" y="16222"/>
                  </a:cubicBezTo>
                  <a:cubicBezTo>
                    <a:pt x="4704" y="19535"/>
                    <a:pt x="3277" y="20620"/>
                    <a:pt x="1336" y="19927"/>
                  </a:cubicBezTo>
                </a:path>
              </a:pathLst>
            </a:custGeom>
            <a:solidFill>
              <a:srgbClr val="35373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形状">
              <a:extLst>
                <a:ext uri="{FF2B5EF4-FFF2-40B4-BE49-F238E27FC236}">
                  <a16:creationId xmlns:a16="http://schemas.microsoft.com/office/drawing/2014/main" id="{91CCC1C3-9CF1-436E-94D0-7A17EDA88DD9}"/>
                </a:ext>
              </a:extLst>
            </p:cNvPr>
            <p:cNvSpPr/>
            <p:nvPr/>
          </p:nvSpPr>
          <p:spPr>
            <a:xfrm>
              <a:off x="7585925" y="3374462"/>
              <a:ext cx="395345" cy="303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74" extrusionOk="0">
                  <a:moveTo>
                    <a:pt x="14773" y="784"/>
                  </a:moveTo>
                  <a:cubicBezTo>
                    <a:pt x="16796" y="-326"/>
                    <a:pt x="18891" y="-2"/>
                    <a:pt x="21600" y="229"/>
                  </a:cubicBezTo>
                  <a:cubicBezTo>
                    <a:pt x="19397" y="2680"/>
                    <a:pt x="17518" y="4716"/>
                    <a:pt x="15676" y="6797"/>
                  </a:cubicBezTo>
                  <a:cubicBezTo>
                    <a:pt x="10908" y="11607"/>
                    <a:pt x="6971" y="17898"/>
                    <a:pt x="0" y="21274"/>
                  </a:cubicBezTo>
                  <a:cubicBezTo>
                    <a:pt x="3648" y="12208"/>
                    <a:pt x="9500" y="7444"/>
                    <a:pt x="14123" y="1339"/>
                  </a:cubicBezTo>
                  <a:cubicBezTo>
                    <a:pt x="14376" y="1293"/>
                    <a:pt x="14557" y="1062"/>
                    <a:pt x="14773" y="784"/>
                  </a:cubicBezTo>
                </a:path>
              </a:pathLst>
            </a:custGeom>
            <a:solidFill>
              <a:srgbClr val="FDF9F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形状">
              <a:extLst>
                <a:ext uri="{FF2B5EF4-FFF2-40B4-BE49-F238E27FC236}">
                  <a16:creationId xmlns:a16="http://schemas.microsoft.com/office/drawing/2014/main" id="{35266056-AB99-4DCD-9650-546FFC3AAFBF}"/>
                </a:ext>
              </a:extLst>
            </p:cNvPr>
            <p:cNvSpPr/>
            <p:nvPr/>
          </p:nvSpPr>
          <p:spPr>
            <a:xfrm>
              <a:off x="9292235" y="3532882"/>
              <a:ext cx="200259" cy="278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766"/>
                  </a:moveTo>
                  <a:cubicBezTo>
                    <a:pt x="0" y="12204"/>
                    <a:pt x="0" y="11591"/>
                    <a:pt x="0" y="11030"/>
                  </a:cubicBezTo>
                  <a:cubicBezTo>
                    <a:pt x="1841" y="4340"/>
                    <a:pt x="9631" y="2349"/>
                    <a:pt x="16926" y="0"/>
                  </a:cubicBezTo>
                  <a:cubicBezTo>
                    <a:pt x="18555" y="766"/>
                    <a:pt x="20892" y="1021"/>
                    <a:pt x="21600" y="2655"/>
                  </a:cubicBezTo>
                  <a:cubicBezTo>
                    <a:pt x="13810" y="2860"/>
                    <a:pt x="9915" y="7302"/>
                    <a:pt x="5311" y="10826"/>
                  </a:cubicBezTo>
                  <a:cubicBezTo>
                    <a:pt x="3258" y="12460"/>
                    <a:pt x="6161" y="13991"/>
                    <a:pt x="8073" y="15166"/>
                  </a:cubicBezTo>
                  <a:cubicBezTo>
                    <a:pt x="10906" y="16953"/>
                    <a:pt x="14730" y="18077"/>
                    <a:pt x="16501" y="21600"/>
                  </a:cubicBezTo>
                  <a:cubicBezTo>
                    <a:pt x="7578" y="21498"/>
                    <a:pt x="5028" y="15881"/>
                    <a:pt x="0" y="12766"/>
                  </a:cubicBezTo>
                </a:path>
              </a:pathLst>
            </a:custGeom>
            <a:solidFill>
              <a:srgbClr val="5E484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形状">
              <a:extLst>
                <a:ext uri="{FF2B5EF4-FFF2-40B4-BE49-F238E27FC236}">
                  <a16:creationId xmlns:a16="http://schemas.microsoft.com/office/drawing/2014/main" id="{FE145085-C3A9-4ACF-AA04-50E2D2B576FE}"/>
                </a:ext>
              </a:extLst>
            </p:cNvPr>
            <p:cNvSpPr/>
            <p:nvPr/>
          </p:nvSpPr>
          <p:spPr>
            <a:xfrm>
              <a:off x="8118783" y="5664723"/>
              <a:ext cx="596257" cy="33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285" extrusionOk="0">
                  <a:moveTo>
                    <a:pt x="18244" y="19285"/>
                  </a:moveTo>
                  <a:cubicBezTo>
                    <a:pt x="12178" y="8871"/>
                    <a:pt x="6089" y="10414"/>
                    <a:pt x="0" y="0"/>
                  </a:cubicBezTo>
                  <a:cubicBezTo>
                    <a:pt x="7216" y="4242"/>
                    <a:pt x="14384" y="-1929"/>
                    <a:pt x="21600" y="2314"/>
                  </a:cubicBezTo>
                  <a:cubicBezTo>
                    <a:pt x="20713" y="19671"/>
                    <a:pt x="19107" y="385"/>
                    <a:pt x="18244" y="19285"/>
                  </a:cubicBezTo>
                </a:path>
              </a:pathLst>
            </a:custGeom>
            <a:solidFill>
              <a:srgbClr val="DCC8C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形状">
              <a:extLst>
                <a:ext uri="{FF2B5EF4-FFF2-40B4-BE49-F238E27FC236}">
                  <a16:creationId xmlns:a16="http://schemas.microsoft.com/office/drawing/2014/main" id="{43D9B68D-3BF1-4415-AE0F-D1C4820316D0}"/>
                </a:ext>
              </a:extLst>
            </p:cNvPr>
            <p:cNvSpPr/>
            <p:nvPr/>
          </p:nvSpPr>
          <p:spPr>
            <a:xfrm>
              <a:off x="8433257" y="3313650"/>
              <a:ext cx="401169" cy="2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0782" extrusionOk="0">
                  <a:moveTo>
                    <a:pt x="21600" y="2518"/>
                  </a:moveTo>
                  <a:cubicBezTo>
                    <a:pt x="14388" y="16583"/>
                    <a:pt x="7176" y="8546"/>
                    <a:pt x="0" y="8043"/>
                  </a:cubicBezTo>
                  <a:cubicBezTo>
                    <a:pt x="7141" y="-5017"/>
                    <a:pt x="14353" y="1513"/>
                    <a:pt x="21600" y="2518"/>
                  </a:cubicBezTo>
                </a:path>
              </a:pathLst>
            </a:custGeom>
            <a:solidFill>
              <a:srgbClr val="CC4D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形状">
              <a:extLst>
                <a:ext uri="{FF2B5EF4-FFF2-40B4-BE49-F238E27FC236}">
                  <a16:creationId xmlns:a16="http://schemas.microsoft.com/office/drawing/2014/main" id="{69EF29DA-156D-4B72-AB01-EF35C7DBA9AA}"/>
                </a:ext>
              </a:extLst>
            </p:cNvPr>
            <p:cNvSpPr/>
            <p:nvPr/>
          </p:nvSpPr>
          <p:spPr>
            <a:xfrm>
              <a:off x="9394416" y="3628971"/>
              <a:ext cx="118458" cy="112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4" h="20957" extrusionOk="0">
                  <a:moveTo>
                    <a:pt x="20544" y="0"/>
                  </a:moveTo>
                  <a:cubicBezTo>
                    <a:pt x="18715" y="7899"/>
                    <a:pt x="7744" y="8270"/>
                    <a:pt x="10258" y="18638"/>
                  </a:cubicBezTo>
                  <a:cubicBezTo>
                    <a:pt x="10830" y="21230"/>
                    <a:pt x="5230" y="21600"/>
                    <a:pt x="2487" y="19995"/>
                  </a:cubicBezTo>
                  <a:cubicBezTo>
                    <a:pt x="-1056" y="17897"/>
                    <a:pt x="-485" y="14318"/>
                    <a:pt x="2144" y="11726"/>
                  </a:cubicBezTo>
                  <a:cubicBezTo>
                    <a:pt x="7287" y="6295"/>
                    <a:pt x="13001" y="2222"/>
                    <a:pt x="20544" y="0"/>
                  </a:cubicBezTo>
                </a:path>
              </a:pathLst>
            </a:custGeom>
            <a:solidFill>
              <a:srgbClr val="65575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形状">
              <a:extLst>
                <a:ext uri="{FF2B5EF4-FFF2-40B4-BE49-F238E27FC236}">
                  <a16:creationId xmlns:a16="http://schemas.microsoft.com/office/drawing/2014/main" id="{CCE70E2F-BB76-4968-B14F-54B1842B2082}"/>
                </a:ext>
              </a:extLst>
            </p:cNvPr>
            <p:cNvSpPr/>
            <p:nvPr/>
          </p:nvSpPr>
          <p:spPr>
            <a:xfrm>
              <a:off x="7207393" y="3611501"/>
              <a:ext cx="127467" cy="162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873" extrusionOk="0">
                  <a:moveTo>
                    <a:pt x="4763" y="19092"/>
                  </a:moveTo>
                  <a:cubicBezTo>
                    <a:pt x="1329" y="21600"/>
                    <a:pt x="2105" y="17231"/>
                    <a:pt x="0" y="17636"/>
                  </a:cubicBezTo>
                  <a:cubicBezTo>
                    <a:pt x="4874" y="10921"/>
                    <a:pt x="10855" y="4935"/>
                    <a:pt x="21600" y="0"/>
                  </a:cubicBezTo>
                  <a:cubicBezTo>
                    <a:pt x="16172" y="7604"/>
                    <a:pt x="7975" y="12216"/>
                    <a:pt x="4763" y="19092"/>
                  </a:cubicBezTo>
                </a:path>
              </a:pathLst>
            </a:custGeom>
            <a:solidFill>
              <a:srgbClr val="EA867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形状">
              <a:extLst>
                <a:ext uri="{FF2B5EF4-FFF2-40B4-BE49-F238E27FC236}">
                  <a16:creationId xmlns:a16="http://schemas.microsoft.com/office/drawing/2014/main" id="{12A57A90-BDFB-4D2C-888E-8B7B88CB3FE7}"/>
                </a:ext>
              </a:extLst>
            </p:cNvPr>
            <p:cNvSpPr/>
            <p:nvPr/>
          </p:nvSpPr>
          <p:spPr>
            <a:xfrm>
              <a:off x="8145859" y="4915984"/>
              <a:ext cx="337050" cy="703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01" h="21580" extrusionOk="0">
                  <a:moveTo>
                    <a:pt x="9102" y="4523"/>
                  </a:moveTo>
                  <a:cubicBezTo>
                    <a:pt x="10450" y="3063"/>
                    <a:pt x="11797" y="1623"/>
                    <a:pt x="13264" y="0"/>
                  </a:cubicBezTo>
                  <a:cubicBezTo>
                    <a:pt x="13977" y="1318"/>
                    <a:pt x="12947" y="2555"/>
                    <a:pt x="14413" y="3570"/>
                  </a:cubicBezTo>
                  <a:cubicBezTo>
                    <a:pt x="16514" y="8701"/>
                    <a:pt x="18495" y="13832"/>
                    <a:pt x="20041" y="18984"/>
                  </a:cubicBezTo>
                  <a:cubicBezTo>
                    <a:pt x="20675" y="20951"/>
                    <a:pt x="19446" y="21519"/>
                    <a:pt x="15879" y="21478"/>
                  </a:cubicBezTo>
                  <a:cubicBezTo>
                    <a:pt x="12352" y="21438"/>
                    <a:pt x="8745" y="21580"/>
                    <a:pt x="5139" y="21580"/>
                  </a:cubicBezTo>
                  <a:cubicBezTo>
                    <a:pt x="462" y="21600"/>
                    <a:pt x="-925" y="20748"/>
                    <a:pt x="581" y="18558"/>
                  </a:cubicBezTo>
                  <a:cubicBezTo>
                    <a:pt x="1730" y="16935"/>
                    <a:pt x="1849" y="15069"/>
                    <a:pt x="4901" y="13893"/>
                  </a:cubicBezTo>
                  <a:cubicBezTo>
                    <a:pt x="5297" y="13731"/>
                    <a:pt x="5614" y="13285"/>
                    <a:pt x="5496" y="13041"/>
                  </a:cubicBezTo>
                  <a:cubicBezTo>
                    <a:pt x="4267" y="9918"/>
                    <a:pt x="7992" y="7362"/>
                    <a:pt x="9102" y="4523"/>
                  </a:cubicBezTo>
                </a:path>
              </a:pathLst>
            </a:custGeom>
            <a:solidFill>
              <a:srgbClr val="FE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形状">
              <a:extLst>
                <a:ext uri="{FF2B5EF4-FFF2-40B4-BE49-F238E27FC236}">
                  <a16:creationId xmlns:a16="http://schemas.microsoft.com/office/drawing/2014/main" id="{8F62E123-5963-4D27-A8DE-72F02A79AEC1}"/>
                </a:ext>
              </a:extLst>
            </p:cNvPr>
            <p:cNvSpPr/>
            <p:nvPr/>
          </p:nvSpPr>
          <p:spPr>
            <a:xfrm>
              <a:off x="8447392" y="4831542"/>
              <a:ext cx="83110" cy="182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321" h="21600" extrusionOk="0">
                  <a:moveTo>
                    <a:pt x="512" y="21600"/>
                  </a:moveTo>
                  <a:cubicBezTo>
                    <a:pt x="-2204" y="12509"/>
                    <a:pt x="6333" y="6138"/>
                    <a:pt x="15516" y="0"/>
                  </a:cubicBezTo>
                  <a:cubicBezTo>
                    <a:pt x="19396" y="9479"/>
                    <a:pt x="8402" y="15151"/>
                    <a:pt x="512" y="21600"/>
                  </a:cubicBezTo>
                </a:path>
              </a:pathLst>
            </a:custGeom>
            <a:solidFill>
              <a:srgbClr val="F6ECE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形状">
              <a:extLst>
                <a:ext uri="{FF2B5EF4-FFF2-40B4-BE49-F238E27FC236}">
                  <a16:creationId xmlns:a16="http://schemas.microsoft.com/office/drawing/2014/main" id="{97DD9EA8-CF30-40E7-B939-85BFE7A0BA4F}"/>
                </a:ext>
              </a:extLst>
            </p:cNvPr>
            <p:cNvSpPr/>
            <p:nvPr/>
          </p:nvSpPr>
          <p:spPr>
            <a:xfrm>
              <a:off x="8468198" y="4977132"/>
              <a:ext cx="58592" cy="139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865" h="21600" extrusionOk="0">
                  <a:moveTo>
                    <a:pt x="14910" y="0"/>
                  </a:moveTo>
                  <a:cubicBezTo>
                    <a:pt x="21600" y="10128"/>
                    <a:pt x="9749" y="14676"/>
                    <a:pt x="0" y="21600"/>
                  </a:cubicBezTo>
                  <a:cubicBezTo>
                    <a:pt x="1529" y="13125"/>
                    <a:pt x="6881" y="7441"/>
                    <a:pt x="14910" y="0"/>
                  </a:cubicBezTo>
                </a:path>
              </a:pathLst>
            </a:custGeom>
            <a:solidFill>
              <a:srgbClr val="EEDFD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形状">
              <a:extLst>
                <a:ext uri="{FF2B5EF4-FFF2-40B4-BE49-F238E27FC236}">
                  <a16:creationId xmlns:a16="http://schemas.microsoft.com/office/drawing/2014/main" id="{81C8AD86-057C-43D4-A8BC-3931B6033D36}"/>
                </a:ext>
              </a:extLst>
            </p:cNvPr>
            <p:cNvSpPr/>
            <p:nvPr/>
          </p:nvSpPr>
          <p:spPr>
            <a:xfrm>
              <a:off x="7974186" y="3674622"/>
              <a:ext cx="758272" cy="3910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71" h="19763" extrusionOk="0">
                  <a:moveTo>
                    <a:pt x="19561" y="651"/>
                  </a:moveTo>
                  <a:cubicBezTo>
                    <a:pt x="21022" y="1351"/>
                    <a:pt x="20434" y="3018"/>
                    <a:pt x="19792" y="3851"/>
                  </a:cubicBezTo>
                  <a:cubicBezTo>
                    <a:pt x="18705" y="5318"/>
                    <a:pt x="18331" y="7385"/>
                    <a:pt x="17921" y="9518"/>
                  </a:cubicBezTo>
                  <a:cubicBezTo>
                    <a:pt x="17315" y="12618"/>
                    <a:pt x="16442" y="15351"/>
                    <a:pt x="14998" y="17351"/>
                  </a:cubicBezTo>
                  <a:cubicBezTo>
                    <a:pt x="14553" y="18651"/>
                    <a:pt x="14196" y="20418"/>
                    <a:pt x="13109" y="19518"/>
                  </a:cubicBezTo>
                  <a:cubicBezTo>
                    <a:pt x="12040" y="18685"/>
                    <a:pt x="11755" y="16918"/>
                    <a:pt x="12058" y="14985"/>
                  </a:cubicBezTo>
                  <a:cubicBezTo>
                    <a:pt x="12307" y="13185"/>
                    <a:pt x="12664" y="11518"/>
                    <a:pt x="12378" y="9651"/>
                  </a:cubicBezTo>
                  <a:cubicBezTo>
                    <a:pt x="12165" y="8118"/>
                    <a:pt x="12289" y="5685"/>
                    <a:pt x="11042" y="5985"/>
                  </a:cubicBezTo>
                  <a:cubicBezTo>
                    <a:pt x="9919" y="6218"/>
                    <a:pt x="8618" y="7085"/>
                    <a:pt x="8600" y="9985"/>
                  </a:cubicBezTo>
                  <a:cubicBezTo>
                    <a:pt x="8582" y="12685"/>
                    <a:pt x="8672" y="15385"/>
                    <a:pt x="8689" y="18085"/>
                  </a:cubicBezTo>
                  <a:cubicBezTo>
                    <a:pt x="8101" y="20618"/>
                    <a:pt x="7424" y="19751"/>
                    <a:pt x="6622" y="18385"/>
                  </a:cubicBezTo>
                  <a:cubicBezTo>
                    <a:pt x="4091" y="14118"/>
                    <a:pt x="2434" y="8585"/>
                    <a:pt x="313" y="3718"/>
                  </a:cubicBezTo>
                  <a:cubicBezTo>
                    <a:pt x="-578" y="1618"/>
                    <a:pt x="652" y="1785"/>
                    <a:pt x="1258" y="1751"/>
                  </a:cubicBezTo>
                  <a:cubicBezTo>
                    <a:pt x="3842" y="1585"/>
                    <a:pt x="6444" y="1518"/>
                    <a:pt x="9028" y="1418"/>
                  </a:cubicBezTo>
                  <a:cubicBezTo>
                    <a:pt x="12503" y="-982"/>
                    <a:pt x="16032" y="318"/>
                    <a:pt x="19561" y="651"/>
                  </a:cubicBezTo>
                </a:path>
              </a:pathLst>
            </a:custGeom>
            <a:solidFill>
              <a:srgbClr val="FE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形状">
              <a:extLst>
                <a:ext uri="{FF2B5EF4-FFF2-40B4-BE49-F238E27FC236}">
                  <a16:creationId xmlns:a16="http://schemas.microsoft.com/office/drawing/2014/main" id="{4B42A2B8-5F3F-4E20-B4CF-F83C5F643397}"/>
                </a:ext>
              </a:extLst>
            </p:cNvPr>
            <p:cNvSpPr/>
            <p:nvPr/>
          </p:nvSpPr>
          <p:spPr>
            <a:xfrm>
              <a:off x="8171195" y="3421753"/>
              <a:ext cx="526377" cy="279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70" extrusionOk="0">
                  <a:moveTo>
                    <a:pt x="21600" y="19638"/>
                  </a:moveTo>
                  <a:cubicBezTo>
                    <a:pt x="16268" y="20032"/>
                    <a:pt x="10962" y="20376"/>
                    <a:pt x="5630" y="20770"/>
                  </a:cubicBezTo>
                  <a:cubicBezTo>
                    <a:pt x="4629" y="19097"/>
                    <a:pt x="3411" y="20032"/>
                    <a:pt x="2301" y="19786"/>
                  </a:cubicBezTo>
                  <a:cubicBezTo>
                    <a:pt x="1299" y="19638"/>
                    <a:pt x="54" y="20229"/>
                    <a:pt x="0" y="17227"/>
                  </a:cubicBezTo>
                  <a:cubicBezTo>
                    <a:pt x="4060" y="13832"/>
                    <a:pt x="6875" y="7436"/>
                    <a:pt x="10475" y="2860"/>
                  </a:cubicBezTo>
                  <a:cubicBezTo>
                    <a:pt x="11504" y="1483"/>
                    <a:pt x="12424" y="-830"/>
                    <a:pt x="14021" y="302"/>
                  </a:cubicBezTo>
                  <a:cubicBezTo>
                    <a:pt x="14021" y="1778"/>
                    <a:pt x="14427" y="2713"/>
                    <a:pt x="15050" y="3500"/>
                  </a:cubicBezTo>
                  <a:cubicBezTo>
                    <a:pt x="15808" y="5911"/>
                    <a:pt x="14454" y="6403"/>
                    <a:pt x="13832" y="7190"/>
                  </a:cubicBezTo>
                  <a:cubicBezTo>
                    <a:pt x="12397" y="9207"/>
                    <a:pt x="11098" y="11323"/>
                    <a:pt x="9798" y="13586"/>
                  </a:cubicBezTo>
                  <a:cubicBezTo>
                    <a:pt x="11044" y="13537"/>
                    <a:pt x="11883" y="10487"/>
                    <a:pt x="13371" y="12012"/>
                  </a:cubicBezTo>
                  <a:cubicBezTo>
                    <a:pt x="14319" y="16735"/>
                    <a:pt x="15970" y="19392"/>
                    <a:pt x="18974" y="18654"/>
                  </a:cubicBezTo>
                  <a:cubicBezTo>
                    <a:pt x="19814" y="18507"/>
                    <a:pt x="20842" y="18211"/>
                    <a:pt x="21600" y="19638"/>
                  </a:cubicBezTo>
                </a:path>
              </a:pathLst>
            </a:custGeom>
            <a:solidFill>
              <a:srgbClr val="CC4D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形状">
              <a:extLst>
                <a:ext uri="{FF2B5EF4-FFF2-40B4-BE49-F238E27FC236}">
                  <a16:creationId xmlns:a16="http://schemas.microsoft.com/office/drawing/2014/main" id="{5359EC11-1237-4CD6-B119-F55955FB1991}"/>
                </a:ext>
              </a:extLst>
            </p:cNvPr>
            <p:cNvSpPr/>
            <p:nvPr/>
          </p:nvSpPr>
          <p:spPr>
            <a:xfrm>
              <a:off x="8168284" y="3351396"/>
              <a:ext cx="439021" cy="303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58" extrusionOk="0">
                  <a:moveTo>
                    <a:pt x="16981" y="5313"/>
                  </a:moveTo>
                  <a:cubicBezTo>
                    <a:pt x="13435" y="7862"/>
                    <a:pt x="10377" y="11478"/>
                    <a:pt x="7710" y="15603"/>
                  </a:cubicBezTo>
                  <a:cubicBezTo>
                    <a:pt x="5628" y="18801"/>
                    <a:pt x="3155" y="20748"/>
                    <a:pt x="130" y="21258"/>
                  </a:cubicBezTo>
                  <a:cubicBezTo>
                    <a:pt x="65" y="20563"/>
                    <a:pt x="33" y="19914"/>
                    <a:pt x="0" y="19265"/>
                  </a:cubicBezTo>
                  <a:cubicBezTo>
                    <a:pt x="3318" y="11061"/>
                    <a:pt x="8848" y="6194"/>
                    <a:pt x="13923" y="724"/>
                  </a:cubicBezTo>
                  <a:lnTo>
                    <a:pt x="13890" y="724"/>
                  </a:lnTo>
                  <a:cubicBezTo>
                    <a:pt x="16460" y="-342"/>
                    <a:pt x="18998" y="-64"/>
                    <a:pt x="21600" y="492"/>
                  </a:cubicBezTo>
                  <a:cubicBezTo>
                    <a:pt x="20039" y="2161"/>
                    <a:pt x="18510" y="3737"/>
                    <a:pt x="16981" y="5313"/>
                  </a:cubicBezTo>
                </a:path>
              </a:pathLst>
            </a:custGeom>
            <a:solidFill>
              <a:srgbClr val="FCFAF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形状">
              <a:extLst>
                <a:ext uri="{FF2B5EF4-FFF2-40B4-BE49-F238E27FC236}">
                  <a16:creationId xmlns:a16="http://schemas.microsoft.com/office/drawing/2014/main" id="{084B53CC-DFF9-4AE2-A132-5A0C4106779B}"/>
                </a:ext>
              </a:extLst>
            </p:cNvPr>
            <p:cNvSpPr/>
            <p:nvPr/>
          </p:nvSpPr>
          <p:spPr>
            <a:xfrm>
              <a:off x="7948380" y="3362524"/>
              <a:ext cx="396866" cy="2958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9" h="21151" extrusionOk="0">
                  <a:moveTo>
                    <a:pt x="2469" y="14468"/>
                  </a:moveTo>
                  <a:cubicBezTo>
                    <a:pt x="5631" y="9731"/>
                    <a:pt x="9361" y="5847"/>
                    <a:pt x="13127" y="2010"/>
                  </a:cubicBezTo>
                  <a:cubicBezTo>
                    <a:pt x="15436" y="-311"/>
                    <a:pt x="17994" y="-216"/>
                    <a:pt x="21369" y="305"/>
                  </a:cubicBezTo>
                  <a:cubicBezTo>
                    <a:pt x="16502" y="6084"/>
                    <a:pt x="12026" y="11294"/>
                    <a:pt x="7585" y="16505"/>
                  </a:cubicBezTo>
                  <a:cubicBezTo>
                    <a:pt x="4956" y="17500"/>
                    <a:pt x="3180" y="21289"/>
                    <a:pt x="18" y="21147"/>
                  </a:cubicBezTo>
                  <a:cubicBezTo>
                    <a:pt x="-231" y="18021"/>
                    <a:pt x="2256" y="17026"/>
                    <a:pt x="2469" y="14468"/>
                  </a:cubicBezTo>
                </a:path>
              </a:pathLst>
            </a:custGeom>
            <a:solidFill>
              <a:srgbClr val="FDFAF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形状">
              <a:extLst>
                <a:ext uri="{FF2B5EF4-FFF2-40B4-BE49-F238E27FC236}">
                  <a16:creationId xmlns:a16="http://schemas.microsoft.com/office/drawing/2014/main" id="{51B41CD0-03AC-45B1-B0EE-0BFF1F5522B2}"/>
                </a:ext>
              </a:extLst>
            </p:cNvPr>
            <p:cNvSpPr/>
            <p:nvPr/>
          </p:nvSpPr>
          <p:spPr>
            <a:xfrm>
              <a:off x="7786839" y="3365325"/>
              <a:ext cx="351668" cy="268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21" extrusionOk="0">
                  <a:moveTo>
                    <a:pt x="6618" y="9461"/>
                  </a:moveTo>
                  <a:cubicBezTo>
                    <a:pt x="9501" y="6964"/>
                    <a:pt x="12383" y="4570"/>
                    <a:pt x="15185" y="2023"/>
                  </a:cubicBezTo>
                  <a:cubicBezTo>
                    <a:pt x="17053" y="291"/>
                    <a:pt x="18920" y="-779"/>
                    <a:pt x="21600" y="698"/>
                  </a:cubicBezTo>
                  <a:cubicBezTo>
                    <a:pt x="17986" y="4570"/>
                    <a:pt x="14535" y="8289"/>
                    <a:pt x="11125" y="12008"/>
                  </a:cubicBezTo>
                  <a:cubicBezTo>
                    <a:pt x="7471" y="14606"/>
                    <a:pt x="4588" y="18732"/>
                    <a:pt x="0" y="20821"/>
                  </a:cubicBezTo>
                  <a:cubicBezTo>
                    <a:pt x="1218" y="15625"/>
                    <a:pt x="4507" y="13027"/>
                    <a:pt x="6618" y="9461"/>
                  </a:cubicBezTo>
                </a:path>
              </a:pathLst>
            </a:custGeom>
            <a:solidFill>
              <a:srgbClr val="FCF5F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形状">
              <a:extLst>
                <a:ext uri="{FF2B5EF4-FFF2-40B4-BE49-F238E27FC236}">
                  <a16:creationId xmlns:a16="http://schemas.microsoft.com/office/drawing/2014/main" id="{FFC9302B-B130-4211-B091-DA1AA4435D4E}"/>
                </a:ext>
              </a:extLst>
            </p:cNvPr>
            <p:cNvSpPr/>
            <p:nvPr/>
          </p:nvSpPr>
          <p:spPr>
            <a:xfrm>
              <a:off x="8223703" y="4106119"/>
              <a:ext cx="141194" cy="203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820" h="19927" extrusionOk="0">
                  <a:moveTo>
                    <a:pt x="16594" y="403"/>
                  </a:moveTo>
                  <a:cubicBezTo>
                    <a:pt x="19751" y="5722"/>
                    <a:pt x="16179" y="9938"/>
                    <a:pt x="13022" y="14219"/>
                  </a:cubicBezTo>
                  <a:cubicBezTo>
                    <a:pt x="8785" y="14868"/>
                    <a:pt x="8120" y="18824"/>
                    <a:pt x="3551" y="19927"/>
                  </a:cubicBezTo>
                  <a:cubicBezTo>
                    <a:pt x="4714" y="16424"/>
                    <a:pt x="5794" y="13116"/>
                    <a:pt x="7040" y="9678"/>
                  </a:cubicBezTo>
                  <a:cubicBezTo>
                    <a:pt x="2388" y="10846"/>
                    <a:pt x="3883" y="14997"/>
                    <a:pt x="477" y="16424"/>
                  </a:cubicBezTo>
                  <a:cubicBezTo>
                    <a:pt x="-1849" y="4359"/>
                    <a:pt x="4465" y="-1673"/>
                    <a:pt x="16594" y="403"/>
                  </a:cubicBezTo>
                </a:path>
              </a:pathLst>
            </a:custGeom>
            <a:solidFill>
              <a:srgbClr val="FCE4E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形状">
              <a:extLst>
                <a:ext uri="{FF2B5EF4-FFF2-40B4-BE49-F238E27FC236}">
                  <a16:creationId xmlns:a16="http://schemas.microsoft.com/office/drawing/2014/main" id="{4405042D-0E7A-479B-AA63-82B17A28D445}"/>
                </a:ext>
              </a:extLst>
            </p:cNvPr>
            <p:cNvSpPr/>
            <p:nvPr/>
          </p:nvSpPr>
          <p:spPr>
            <a:xfrm>
              <a:off x="8259952" y="4377302"/>
              <a:ext cx="86290" cy="201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406" h="21462" extrusionOk="0">
                  <a:moveTo>
                    <a:pt x="13914" y="0"/>
                  </a:moveTo>
                  <a:cubicBezTo>
                    <a:pt x="20142" y="5859"/>
                    <a:pt x="18154" y="12071"/>
                    <a:pt x="7023" y="21459"/>
                  </a:cubicBezTo>
                  <a:cubicBezTo>
                    <a:pt x="-1458" y="21600"/>
                    <a:pt x="4638" y="17294"/>
                    <a:pt x="1192" y="16024"/>
                  </a:cubicBezTo>
                  <a:cubicBezTo>
                    <a:pt x="795" y="15106"/>
                    <a:pt x="397" y="14118"/>
                    <a:pt x="0" y="13200"/>
                  </a:cubicBezTo>
                  <a:cubicBezTo>
                    <a:pt x="265" y="7482"/>
                    <a:pt x="10998" y="4941"/>
                    <a:pt x="13914" y="0"/>
                  </a:cubicBezTo>
                </a:path>
              </a:pathLst>
            </a:custGeom>
            <a:solidFill>
              <a:srgbClr val="FDF6F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形状">
              <a:extLst>
                <a:ext uri="{FF2B5EF4-FFF2-40B4-BE49-F238E27FC236}">
                  <a16:creationId xmlns:a16="http://schemas.microsoft.com/office/drawing/2014/main" id="{6F4D37E4-DA3F-4B2C-BBDA-A4136E472B8A}"/>
                </a:ext>
              </a:extLst>
            </p:cNvPr>
            <p:cNvSpPr/>
            <p:nvPr/>
          </p:nvSpPr>
          <p:spPr>
            <a:xfrm>
              <a:off x="8232343" y="4249183"/>
              <a:ext cx="127797" cy="15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671" h="21600" extrusionOk="0">
                  <a:moveTo>
                    <a:pt x="13404" y="0"/>
                  </a:moveTo>
                  <a:cubicBezTo>
                    <a:pt x="21600" y="0"/>
                    <a:pt x="18032" y="5562"/>
                    <a:pt x="17068" y="8621"/>
                  </a:cubicBezTo>
                  <a:cubicBezTo>
                    <a:pt x="16296" y="11032"/>
                    <a:pt x="13114" y="12793"/>
                    <a:pt x="10993" y="14740"/>
                  </a:cubicBezTo>
                  <a:cubicBezTo>
                    <a:pt x="7811" y="16779"/>
                    <a:pt x="4532" y="18819"/>
                    <a:pt x="0" y="21600"/>
                  </a:cubicBezTo>
                  <a:cubicBezTo>
                    <a:pt x="2507" y="12144"/>
                    <a:pt x="11186" y="7880"/>
                    <a:pt x="13404" y="0"/>
                  </a:cubicBezTo>
                </a:path>
              </a:pathLst>
            </a:custGeom>
            <a:solidFill>
              <a:srgbClr val="FDF3F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形状">
              <a:extLst>
                <a:ext uri="{FF2B5EF4-FFF2-40B4-BE49-F238E27FC236}">
                  <a16:creationId xmlns:a16="http://schemas.microsoft.com/office/drawing/2014/main" id="{439E28FD-1B68-4E8A-AE5F-0BBA87D5B440}"/>
                </a:ext>
              </a:extLst>
            </p:cNvPr>
            <p:cNvSpPr/>
            <p:nvPr/>
          </p:nvSpPr>
          <p:spPr>
            <a:xfrm>
              <a:off x="7958635" y="3774561"/>
              <a:ext cx="53381" cy="118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183" h="21600" extrusionOk="0">
                  <a:moveTo>
                    <a:pt x="16751" y="21600"/>
                  </a:moveTo>
                  <a:cubicBezTo>
                    <a:pt x="9698" y="13877"/>
                    <a:pt x="2424" y="9050"/>
                    <a:pt x="0" y="0"/>
                  </a:cubicBezTo>
                  <a:cubicBezTo>
                    <a:pt x="13665" y="5792"/>
                    <a:pt x="21600" y="10378"/>
                    <a:pt x="16751" y="21600"/>
                  </a:cubicBezTo>
                </a:path>
              </a:pathLst>
            </a:custGeom>
            <a:solidFill>
              <a:srgbClr val="FDE0D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形状">
              <a:extLst>
                <a:ext uri="{FF2B5EF4-FFF2-40B4-BE49-F238E27FC236}">
                  <a16:creationId xmlns:a16="http://schemas.microsoft.com/office/drawing/2014/main" id="{6E1D9210-88CC-4A5E-AC47-D9BCBBB4093A}"/>
                </a:ext>
              </a:extLst>
            </p:cNvPr>
            <p:cNvSpPr/>
            <p:nvPr/>
          </p:nvSpPr>
          <p:spPr>
            <a:xfrm>
              <a:off x="8396821" y="4079941"/>
              <a:ext cx="141888" cy="293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08" h="21414" extrusionOk="0">
                  <a:moveTo>
                    <a:pt x="10634" y="17958"/>
                  </a:moveTo>
                  <a:cubicBezTo>
                    <a:pt x="8557" y="19014"/>
                    <a:pt x="6563" y="20118"/>
                    <a:pt x="3988" y="21414"/>
                  </a:cubicBezTo>
                  <a:cubicBezTo>
                    <a:pt x="-914" y="14358"/>
                    <a:pt x="1911" y="7158"/>
                    <a:pt x="0" y="6"/>
                  </a:cubicBezTo>
                  <a:cubicBezTo>
                    <a:pt x="4901" y="-186"/>
                    <a:pt x="9221" y="4374"/>
                    <a:pt x="14455" y="774"/>
                  </a:cubicBezTo>
                  <a:cubicBezTo>
                    <a:pt x="20686" y="2022"/>
                    <a:pt x="16532" y="4614"/>
                    <a:pt x="16781" y="6630"/>
                  </a:cubicBezTo>
                  <a:cubicBezTo>
                    <a:pt x="11963" y="9942"/>
                    <a:pt x="14704" y="14598"/>
                    <a:pt x="10634" y="17958"/>
                  </a:cubicBezTo>
                </a:path>
              </a:pathLst>
            </a:custGeom>
            <a:solidFill>
              <a:srgbClr val="FDF8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形状">
              <a:extLst>
                <a:ext uri="{FF2B5EF4-FFF2-40B4-BE49-F238E27FC236}">
                  <a16:creationId xmlns:a16="http://schemas.microsoft.com/office/drawing/2014/main" id="{D43E1E91-8CEE-4381-B147-25A5787C2B83}"/>
                </a:ext>
              </a:extLst>
            </p:cNvPr>
            <p:cNvSpPr/>
            <p:nvPr/>
          </p:nvSpPr>
          <p:spPr>
            <a:xfrm>
              <a:off x="8511875" y="3861915"/>
              <a:ext cx="157914" cy="310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33" h="21600" extrusionOk="0">
                  <a:moveTo>
                    <a:pt x="2419" y="21600"/>
                  </a:moveTo>
                  <a:cubicBezTo>
                    <a:pt x="1123" y="19762"/>
                    <a:pt x="4666" y="17372"/>
                    <a:pt x="0" y="15993"/>
                  </a:cubicBezTo>
                  <a:cubicBezTo>
                    <a:pt x="518" y="14247"/>
                    <a:pt x="7171" y="13236"/>
                    <a:pt x="2246" y="10800"/>
                  </a:cubicBezTo>
                  <a:cubicBezTo>
                    <a:pt x="5616" y="6710"/>
                    <a:pt x="11059" y="3355"/>
                    <a:pt x="16416" y="0"/>
                  </a:cubicBezTo>
                  <a:cubicBezTo>
                    <a:pt x="16416" y="1425"/>
                    <a:pt x="17798" y="2114"/>
                    <a:pt x="20563" y="1976"/>
                  </a:cubicBezTo>
                  <a:cubicBezTo>
                    <a:pt x="20390" y="3539"/>
                    <a:pt x="21600" y="5377"/>
                    <a:pt x="18144" y="6342"/>
                  </a:cubicBezTo>
                  <a:cubicBezTo>
                    <a:pt x="13651" y="7031"/>
                    <a:pt x="15120" y="9146"/>
                    <a:pt x="14429" y="10708"/>
                  </a:cubicBezTo>
                  <a:cubicBezTo>
                    <a:pt x="13565" y="10708"/>
                    <a:pt x="12701" y="10754"/>
                    <a:pt x="11923" y="10754"/>
                  </a:cubicBezTo>
                  <a:cubicBezTo>
                    <a:pt x="7690" y="12409"/>
                    <a:pt x="9072" y="14109"/>
                    <a:pt x="11750" y="15763"/>
                  </a:cubicBezTo>
                  <a:cubicBezTo>
                    <a:pt x="10282" y="18475"/>
                    <a:pt x="3629" y="18843"/>
                    <a:pt x="2419" y="21600"/>
                  </a:cubicBezTo>
                </a:path>
              </a:pathLst>
            </a:custGeom>
            <a:solidFill>
              <a:srgbClr val="D573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形状">
              <a:extLst>
                <a:ext uri="{FF2B5EF4-FFF2-40B4-BE49-F238E27FC236}">
                  <a16:creationId xmlns:a16="http://schemas.microsoft.com/office/drawing/2014/main" id="{B64276EE-113F-4D30-A44C-8472D2333278}"/>
                </a:ext>
              </a:extLst>
            </p:cNvPr>
            <p:cNvSpPr/>
            <p:nvPr/>
          </p:nvSpPr>
          <p:spPr>
            <a:xfrm>
              <a:off x="8379166" y="4553907"/>
              <a:ext cx="88030" cy="112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87" h="17412" extrusionOk="0">
                  <a:moveTo>
                    <a:pt x="5255" y="9006"/>
                  </a:moveTo>
                  <a:cubicBezTo>
                    <a:pt x="8469" y="7257"/>
                    <a:pt x="10398" y="4891"/>
                    <a:pt x="11427" y="2011"/>
                  </a:cubicBezTo>
                  <a:cubicBezTo>
                    <a:pt x="13227" y="1908"/>
                    <a:pt x="15412" y="-2103"/>
                    <a:pt x="16698" y="1497"/>
                  </a:cubicBezTo>
                  <a:cubicBezTo>
                    <a:pt x="18498" y="6434"/>
                    <a:pt x="16055" y="11063"/>
                    <a:pt x="10912" y="13943"/>
                  </a:cubicBezTo>
                  <a:cubicBezTo>
                    <a:pt x="8212" y="15383"/>
                    <a:pt x="4869" y="19497"/>
                    <a:pt x="1141" y="16103"/>
                  </a:cubicBezTo>
                  <a:cubicBezTo>
                    <a:pt x="-3102" y="12297"/>
                    <a:pt x="5898" y="12091"/>
                    <a:pt x="5255" y="9006"/>
                  </a:cubicBezTo>
                </a:path>
              </a:pathLst>
            </a:custGeom>
            <a:solidFill>
              <a:srgbClr val="F8E7E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形状">
              <a:extLst>
                <a:ext uri="{FF2B5EF4-FFF2-40B4-BE49-F238E27FC236}">
                  <a16:creationId xmlns:a16="http://schemas.microsoft.com/office/drawing/2014/main" id="{B2936FD9-E979-4999-B0E4-AE6ED3EE2DBB}"/>
                </a:ext>
              </a:extLst>
            </p:cNvPr>
            <p:cNvSpPr/>
            <p:nvPr/>
          </p:nvSpPr>
          <p:spPr>
            <a:xfrm>
              <a:off x="8426798" y="4382347"/>
              <a:ext cx="58443" cy="12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611" h="19839" extrusionOk="0">
                  <a:moveTo>
                    <a:pt x="6328" y="19839"/>
                  </a:moveTo>
                  <a:cubicBezTo>
                    <a:pt x="-5275" y="12461"/>
                    <a:pt x="794" y="6045"/>
                    <a:pt x="10791" y="805"/>
                  </a:cubicBezTo>
                  <a:cubicBezTo>
                    <a:pt x="15611" y="-1761"/>
                    <a:pt x="14361" y="2516"/>
                    <a:pt x="15611" y="3799"/>
                  </a:cubicBezTo>
                  <a:cubicBezTo>
                    <a:pt x="13826" y="9467"/>
                    <a:pt x="16325" y="15989"/>
                    <a:pt x="6328" y="19839"/>
                  </a:cubicBezTo>
                </a:path>
              </a:pathLst>
            </a:custGeom>
            <a:solidFill>
              <a:srgbClr val="FAEAE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形状">
              <a:extLst>
                <a:ext uri="{FF2B5EF4-FFF2-40B4-BE49-F238E27FC236}">
                  <a16:creationId xmlns:a16="http://schemas.microsoft.com/office/drawing/2014/main" id="{E3F2BF95-02FA-42CE-8DA5-FB4EA270F9CE}"/>
                </a:ext>
              </a:extLst>
            </p:cNvPr>
            <p:cNvSpPr/>
            <p:nvPr/>
          </p:nvSpPr>
          <p:spPr>
            <a:xfrm>
              <a:off x="8558244" y="4006686"/>
              <a:ext cx="51491" cy="82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23" h="18081" extrusionOk="0">
                  <a:moveTo>
                    <a:pt x="16270" y="17926"/>
                  </a:moveTo>
                  <a:cubicBezTo>
                    <a:pt x="-1010" y="19222"/>
                    <a:pt x="-756" y="12166"/>
                    <a:pt x="515" y="5974"/>
                  </a:cubicBezTo>
                  <a:cubicBezTo>
                    <a:pt x="1531" y="790"/>
                    <a:pt x="6868" y="-2378"/>
                    <a:pt x="16270" y="2230"/>
                  </a:cubicBezTo>
                  <a:cubicBezTo>
                    <a:pt x="20082" y="7558"/>
                    <a:pt x="20590" y="12742"/>
                    <a:pt x="16270" y="17926"/>
                  </a:cubicBezTo>
                </a:path>
              </a:pathLst>
            </a:custGeom>
            <a:solidFill>
              <a:srgbClr val="FAF2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形状">
              <a:extLst>
                <a:ext uri="{FF2B5EF4-FFF2-40B4-BE49-F238E27FC236}">
                  <a16:creationId xmlns:a16="http://schemas.microsoft.com/office/drawing/2014/main" id="{96BCEE30-3BBE-46AA-B4C4-D8C44EF0EA55}"/>
                </a:ext>
              </a:extLst>
            </p:cNvPr>
            <p:cNvSpPr/>
            <p:nvPr/>
          </p:nvSpPr>
          <p:spPr>
            <a:xfrm>
              <a:off x="8294719" y="4561824"/>
              <a:ext cx="73826" cy="90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3" h="19922" extrusionOk="0">
                  <a:moveTo>
                    <a:pt x="8655" y="17491"/>
                  </a:moveTo>
                  <a:cubicBezTo>
                    <a:pt x="7384" y="18079"/>
                    <a:pt x="6114" y="18667"/>
                    <a:pt x="5024" y="19255"/>
                  </a:cubicBezTo>
                  <a:cubicBezTo>
                    <a:pt x="1576" y="20724"/>
                    <a:pt x="-1147" y="19695"/>
                    <a:pt x="487" y="16904"/>
                  </a:cubicBezTo>
                  <a:cubicBezTo>
                    <a:pt x="4298" y="10438"/>
                    <a:pt x="6840" y="2504"/>
                    <a:pt x="16278" y="153"/>
                  </a:cubicBezTo>
                  <a:cubicBezTo>
                    <a:pt x="20453" y="-876"/>
                    <a:pt x="20453" y="3532"/>
                    <a:pt x="20453" y="6471"/>
                  </a:cubicBezTo>
                  <a:cubicBezTo>
                    <a:pt x="15552" y="9557"/>
                    <a:pt x="10833" y="12642"/>
                    <a:pt x="8655" y="17491"/>
                  </a:cubicBezTo>
                </a:path>
              </a:pathLst>
            </a:custGeom>
            <a:solidFill>
              <a:srgbClr val="F9E5E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形状">
              <a:extLst>
                <a:ext uri="{FF2B5EF4-FFF2-40B4-BE49-F238E27FC236}">
                  <a16:creationId xmlns:a16="http://schemas.microsoft.com/office/drawing/2014/main" id="{38D72F75-2E4F-4AE5-A7FB-F4A888B5875C}"/>
                </a:ext>
              </a:extLst>
            </p:cNvPr>
            <p:cNvSpPr/>
            <p:nvPr/>
          </p:nvSpPr>
          <p:spPr>
            <a:xfrm>
              <a:off x="8604367" y="3929630"/>
              <a:ext cx="45072" cy="88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32" h="16167" extrusionOk="0">
                  <a:moveTo>
                    <a:pt x="7188" y="16167"/>
                  </a:moveTo>
                  <a:cubicBezTo>
                    <a:pt x="3685" y="12769"/>
                    <a:pt x="-985" y="9614"/>
                    <a:pt x="183" y="5610"/>
                  </a:cubicBezTo>
                  <a:cubicBezTo>
                    <a:pt x="3977" y="-5433"/>
                    <a:pt x="12734" y="2940"/>
                    <a:pt x="19739" y="4639"/>
                  </a:cubicBezTo>
                  <a:cubicBezTo>
                    <a:pt x="20615" y="9493"/>
                    <a:pt x="18864" y="13740"/>
                    <a:pt x="7188" y="16167"/>
                  </a:cubicBezTo>
                </a:path>
              </a:pathLst>
            </a:custGeom>
            <a:solidFill>
              <a:srgbClr val="EFD2C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形状">
              <a:extLst>
                <a:ext uri="{FF2B5EF4-FFF2-40B4-BE49-F238E27FC236}">
                  <a16:creationId xmlns:a16="http://schemas.microsoft.com/office/drawing/2014/main" id="{5D14BB97-189F-4331-8114-8AAF3BD3F1C1}"/>
                </a:ext>
              </a:extLst>
            </p:cNvPr>
            <p:cNvSpPr/>
            <p:nvPr/>
          </p:nvSpPr>
          <p:spPr>
            <a:xfrm>
              <a:off x="8783838" y="2933053"/>
              <a:ext cx="1084273" cy="7418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21515" extrusionOk="0">
                  <a:moveTo>
                    <a:pt x="13238" y="17375"/>
                  </a:moveTo>
                  <a:cubicBezTo>
                    <a:pt x="12345" y="18985"/>
                    <a:pt x="10730" y="19445"/>
                    <a:pt x="10100" y="21515"/>
                  </a:cubicBezTo>
                  <a:cubicBezTo>
                    <a:pt x="8577" y="20499"/>
                    <a:pt x="9128" y="19464"/>
                    <a:pt x="10087" y="18429"/>
                  </a:cubicBezTo>
                  <a:cubicBezTo>
                    <a:pt x="10704" y="17758"/>
                    <a:pt x="11308" y="17088"/>
                    <a:pt x="11807" y="16129"/>
                  </a:cubicBezTo>
                  <a:cubicBezTo>
                    <a:pt x="9942" y="16647"/>
                    <a:pt x="8563" y="18813"/>
                    <a:pt x="6502" y="19503"/>
                  </a:cubicBezTo>
                  <a:cubicBezTo>
                    <a:pt x="7395" y="17471"/>
                    <a:pt x="8787" y="16685"/>
                    <a:pt x="9706" y="15114"/>
                  </a:cubicBezTo>
                  <a:cubicBezTo>
                    <a:pt x="7080" y="15574"/>
                    <a:pt x="5609" y="19368"/>
                    <a:pt x="2799" y="20212"/>
                  </a:cubicBezTo>
                  <a:cubicBezTo>
                    <a:pt x="3915" y="18065"/>
                    <a:pt x="5123" y="16724"/>
                    <a:pt x="6436" y="15535"/>
                  </a:cubicBezTo>
                  <a:cubicBezTo>
                    <a:pt x="6843" y="15171"/>
                    <a:pt x="7355" y="14730"/>
                    <a:pt x="7067" y="13983"/>
                  </a:cubicBezTo>
                  <a:cubicBezTo>
                    <a:pt x="6765" y="13197"/>
                    <a:pt x="6226" y="13619"/>
                    <a:pt x="5845" y="13983"/>
                  </a:cubicBezTo>
                  <a:cubicBezTo>
                    <a:pt x="4165" y="15574"/>
                    <a:pt x="2497" y="17203"/>
                    <a:pt x="816" y="18813"/>
                  </a:cubicBezTo>
                  <a:cubicBezTo>
                    <a:pt x="527" y="18774"/>
                    <a:pt x="304" y="19388"/>
                    <a:pt x="2" y="18985"/>
                  </a:cubicBezTo>
                  <a:cubicBezTo>
                    <a:pt x="-24" y="18947"/>
                    <a:pt x="160" y="18525"/>
                    <a:pt x="252" y="18295"/>
                  </a:cubicBezTo>
                  <a:cubicBezTo>
                    <a:pt x="1486" y="16973"/>
                    <a:pt x="3101" y="16014"/>
                    <a:pt x="3836" y="14270"/>
                  </a:cubicBezTo>
                  <a:cubicBezTo>
                    <a:pt x="4756" y="12066"/>
                    <a:pt x="6016" y="11970"/>
                    <a:pt x="7342" y="11510"/>
                  </a:cubicBezTo>
                  <a:cubicBezTo>
                    <a:pt x="8931" y="11300"/>
                    <a:pt x="9929" y="10035"/>
                    <a:pt x="10559" y="7907"/>
                  </a:cubicBezTo>
                  <a:cubicBezTo>
                    <a:pt x="11190" y="5761"/>
                    <a:pt x="12017" y="3767"/>
                    <a:pt x="12726" y="1678"/>
                  </a:cubicBezTo>
                  <a:cubicBezTo>
                    <a:pt x="13146" y="432"/>
                    <a:pt x="13737" y="-85"/>
                    <a:pt x="14696" y="11"/>
                  </a:cubicBezTo>
                  <a:cubicBezTo>
                    <a:pt x="16993" y="241"/>
                    <a:pt x="19318" y="164"/>
                    <a:pt x="21576" y="1103"/>
                  </a:cubicBezTo>
                  <a:cubicBezTo>
                    <a:pt x="21576" y="3116"/>
                    <a:pt x="21576" y="5128"/>
                    <a:pt x="21576" y="7217"/>
                  </a:cubicBezTo>
                  <a:cubicBezTo>
                    <a:pt x="21169" y="7447"/>
                    <a:pt x="21103" y="6719"/>
                    <a:pt x="20854" y="6431"/>
                  </a:cubicBezTo>
                  <a:cubicBezTo>
                    <a:pt x="18543" y="3518"/>
                    <a:pt x="15365" y="4036"/>
                    <a:pt x="13579" y="7639"/>
                  </a:cubicBezTo>
                  <a:cubicBezTo>
                    <a:pt x="13291" y="8214"/>
                    <a:pt x="13185" y="8885"/>
                    <a:pt x="13185" y="9555"/>
                  </a:cubicBezTo>
                  <a:cubicBezTo>
                    <a:pt x="13185" y="12181"/>
                    <a:pt x="13212" y="14769"/>
                    <a:pt x="13238" y="17375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形状">
              <a:extLst>
                <a:ext uri="{FF2B5EF4-FFF2-40B4-BE49-F238E27FC236}">
                  <a16:creationId xmlns:a16="http://schemas.microsoft.com/office/drawing/2014/main" id="{02E0876D-D7BE-4E8C-AAF4-B1EA62508557}"/>
                </a:ext>
              </a:extLst>
            </p:cNvPr>
            <p:cNvSpPr/>
            <p:nvPr/>
          </p:nvSpPr>
          <p:spPr>
            <a:xfrm>
              <a:off x="8322053" y="3858523"/>
              <a:ext cx="83304" cy="1161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5" h="20621" extrusionOk="0">
                  <a:moveTo>
                    <a:pt x="20686" y="9555"/>
                  </a:moveTo>
                  <a:cubicBezTo>
                    <a:pt x="19213" y="14200"/>
                    <a:pt x="19868" y="21168"/>
                    <a:pt x="9231" y="20587"/>
                  </a:cubicBezTo>
                  <a:cubicBezTo>
                    <a:pt x="558" y="20123"/>
                    <a:pt x="886" y="13852"/>
                    <a:pt x="68" y="8858"/>
                  </a:cubicBezTo>
                  <a:cubicBezTo>
                    <a:pt x="-587" y="3052"/>
                    <a:pt x="3504" y="497"/>
                    <a:pt x="11031" y="33"/>
                  </a:cubicBezTo>
                  <a:cubicBezTo>
                    <a:pt x="20522" y="-432"/>
                    <a:pt x="21013" y="4097"/>
                    <a:pt x="20686" y="9555"/>
                  </a:cubicBezTo>
                </a:path>
              </a:pathLst>
            </a:custGeom>
            <a:solidFill>
              <a:srgbClr val="FCF1E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形状">
              <a:extLst>
                <a:ext uri="{FF2B5EF4-FFF2-40B4-BE49-F238E27FC236}">
                  <a16:creationId xmlns:a16="http://schemas.microsoft.com/office/drawing/2014/main" id="{B85A713E-AA61-49B5-8C05-C75C98263FC4}"/>
                </a:ext>
              </a:extLst>
            </p:cNvPr>
            <p:cNvSpPr/>
            <p:nvPr/>
          </p:nvSpPr>
          <p:spPr>
            <a:xfrm>
              <a:off x="8239936" y="4525804"/>
              <a:ext cx="55800" cy="1303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13" h="21600" extrusionOk="0">
                  <a:moveTo>
                    <a:pt x="9236" y="0"/>
                  </a:moveTo>
                  <a:cubicBezTo>
                    <a:pt x="15830" y="1845"/>
                    <a:pt x="7190" y="7924"/>
                    <a:pt x="19013" y="8358"/>
                  </a:cubicBezTo>
                  <a:cubicBezTo>
                    <a:pt x="14011" y="12157"/>
                    <a:pt x="8327" y="15847"/>
                    <a:pt x="369" y="21600"/>
                  </a:cubicBezTo>
                  <a:cubicBezTo>
                    <a:pt x="-2587" y="12157"/>
                    <a:pt x="13329" y="6947"/>
                    <a:pt x="9236" y="0"/>
                  </a:cubicBezTo>
                </a:path>
              </a:pathLst>
            </a:custGeom>
            <a:solidFill>
              <a:srgbClr val="F8593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形状">
              <a:extLst>
                <a:ext uri="{FF2B5EF4-FFF2-40B4-BE49-F238E27FC236}">
                  <a16:creationId xmlns:a16="http://schemas.microsoft.com/office/drawing/2014/main" id="{5E494F8D-575A-4875-92E1-795479DA2FEF}"/>
                </a:ext>
              </a:extLst>
            </p:cNvPr>
            <p:cNvSpPr/>
            <p:nvPr/>
          </p:nvSpPr>
          <p:spPr>
            <a:xfrm>
              <a:off x="8357550" y="3345175"/>
              <a:ext cx="433198" cy="297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81" extrusionOk="0">
                  <a:moveTo>
                    <a:pt x="6948" y="17169"/>
                  </a:moveTo>
                  <a:cubicBezTo>
                    <a:pt x="4741" y="18398"/>
                    <a:pt x="2832" y="20619"/>
                    <a:pt x="0" y="21281"/>
                  </a:cubicBezTo>
                  <a:cubicBezTo>
                    <a:pt x="2239" y="15373"/>
                    <a:pt x="6355" y="13293"/>
                    <a:pt x="8989" y="8992"/>
                  </a:cubicBezTo>
                  <a:cubicBezTo>
                    <a:pt x="13105" y="6487"/>
                    <a:pt x="15607" y="-319"/>
                    <a:pt x="21600" y="12"/>
                  </a:cubicBezTo>
                  <a:cubicBezTo>
                    <a:pt x="19032" y="2611"/>
                    <a:pt x="17089" y="4597"/>
                    <a:pt x="15146" y="6534"/>
                  </a:cubicBezTo>
                  <a:cubicBezTo>
                    <a:pt x="11590" y="8756"/>
                    <a:pt x="9417" y="13246"/>
                    <a:pt x="6948" y="17169"/>
                  </a:cubicBezTo>
                </a:path>
              </a:pathLst>
            </a:custGeom>
            <a:solidFill>
              <a:srgbClr val="F9F3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形状">
              <a:extLst>
                <a:ext uri="{FF2B5EF4-FFF2-40B4-BE49-F238E27FC236}">
                  <a16:creationId xmlns:a16="http://schemas.microsoft.com/office/drawing/2014/main" id="{FF99CE80-4C89-4EC2-86CF-1625821E6A83}"/>
                </a:ext>
              </a:extLst>
            </p:cNvPr>
            <p:cNvSpPr/>
            <p:nvPr/>
          </p:nvSpPr>
          <p:spPr>
            <a:xfrm>
              <a:off x="8628347" y="3454264"/>
              <a:ext cx="156578" cy="124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19" y="5684"/>
                  </a:moveTo>
                  <a:cubicBezTo>
                    <a:pt x="13580" y="2274"/>
                    <a:pt x="16770" y="1364"/>
                    <a:pt x="21600" y="0"/>
                  </a:cubicBezTo>
                  <a:cubicBezTo>
                    <a:pt x="18410" y="4661"/>
                    <a:pt x="16223" y="7958"/>
                    <a:pt x="14035" y="11141"/>
                  </a:cubicBezTo>
                  <a:cubicBezTo>
                    <a:pt x="9387" y="13869"/>
                    <a:pt x="6289" y="19895"/>
                    <a:pt x="0" y="21600"/>
                  </a:cubicBezTo>
                  <a:cubicBezTo>
                    <a:pt x="2005" y="13642"/>
                    <a:pt x="8385" y="11482"/>
                    <a:pt x="11119" y="5684"/>
                  </a:cubicBezTo>
                </a:path>
              </a:pathLst>
            </a:custGeom>
            <a:solidFill>
              <a:srgbClr val="E1C9C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形状">
              <a:extLst>
                <a:ext uri="{FF2B5EF4-FFF2-40B4-BE49-F238E27FC236}">
                  <a16:creationId xmlns:a16="http://schemas.microsoft.com/office/drawing/2014/main" id="{C44F08D8-B4BF-492D-B43C-F19F7E994F40}"/>
                </a:ext>
              </a:extLst>
            </p:cNvPr>
            <p:cNvSpPr/>
            <p:nvPr/>
          </p:nvSpPr>
          <p:spPr>
            <a:xfrm>
              <a:off x="8853894" y="3344539"/>
              <a:ext cx="85353" cy="62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9" h="19495" extrusionOk="0">
                  <a:moveTo>
                    <a:pt x="569" y="19495"/>
                  </a:moveTo>
                  <a:cubicBezTo>
                    <a:pt x="-2281" y="-2105"/>
                    <a:pt x="5819" y="-1694"/>
                    <a:pt x="19319" y="1804"/>
                  </a:cubicBezTo>
                  <a:cubicBezTo>
                    <a:pt x="11819" y="9004"/>
                    <a:pt x="6419" y="13941"/>
                    <a:pt x="569" y="19495"/>
                  </a:cubicBezTo>
                </a:path>
              </a:pathLst>
            </a:custGeom>
            <a:solidFill>
              <a:srgbClr val="E0D1D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形状">
              <a:extLst>
                <a:ext uri="{FF2B5EF4-FFF2-40B4-BE49-F238E27FC236}">
                  <a16:creationId xmlns:a16="http://schemas.microsoft.com/office/drawing/2014/main" id="{59063D2E-6715-4C8C-8FD7-7AAD4D532055}"/>
                </a:ext>
              </a:extLst>
            </p:cNvPr>
            <p:cNvSpPr/>
            <p:nvPr/>
          </p:nvSpPr>
          <p:spPr>
            <a:xfrm>
              <a:off x="8450727" y="3342208"/>
              <a:ext cx="158715" cy="2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5" h="11939" extrusionOk="0">
                  <a:moveTo>
                    <a:pt x="21241" y="10245"/>
                  </a:moveTo>
                  <a:cubicBezTo>
                    <a:pt x="14161" y="10668"/>
                    <a:pt x="7170" y="11092"/>
                    <a:pt x="0" y="11939"/>
                  </a:cubicBezTo>
                  <a:cubicBezTo>
                    <a:pt x="6543" y="-9661"/>
                    <a:pt x="13892" y="5163"/>
                    <a:pt x="20883" y="2621"/>
                  </a:cubicBezTo>
                  <a:cubicBezTo>
                    <a:pt x="21062" y="2621"/>
                    <a:pt x="21421" y="4315"/>
                    <a:pt x="21421" y="5586"/>
                  </a:cubicBezTo>
                  <a:cubicBezTo>
                    <a:pt x="21600" y="6857"/>
                    <a:pt x="21421" y="8551"/>
                    <a:pt x="21241" y="10245"/>
                  </a:cubicBezTo>
                </a:path>
              </a:pathLst>
            </a:custGeom>
            <a:solidFill>
              <a:srgbClr val="CC4D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267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8" grpId="0" animBg="1" advAuto="0"/>
      <p:bldP spid="33" grpId="0" animBg="1" advAuto="0"/>
      <p:bldP spid="38" grpId="0" animBg="1" advAuto="0"/>
      <p:bldP spid="42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D8AF0-F898-DF29-B720-ACEF183E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成组">
            <a:extLst>
              <a:ext uri="{FF2B5EF4-FFF2-40B4-BE49-F238E27FC236}">
                <a16:creationId xmlns:a16="http://schemas.microsoft.com/office/drawing/2014/main" id="{F407D3C4-A420-BFF9-E948-DE62BB7F2E49}"/>
              </a:ext>
            </a:extLst>
          </p:cNvPr>
          <p:cNvGrpSpPr/>
          <p:nvPr/>
        </p:nvGrpSpPr>
        <p:grpSpPr>
          <a:xfrm>
            <a:off x="185739" y="194039"/>
            <a:ext cx="10284721" cy="2775296"/>
            <a:chOff x="-1126310" y="-61278"/>
            <a:chExt cx="10284720" cy="2775292"/>
          </a:xfrm>
        </p:grpSpPr>
        <p:sp>
          <p:nvSpPr>
            <p:cNvPr id="4" name="工作成果">
              <a:extLst>
                <a:ext uri="{FF2B5EF4-FFF2-40B4-BE49-F238E27FC236}">
                  <a16:creationId xmlns:a16="http://schemas.microsoft.com/office/drawing/2014/main" id="{A1AF3A3A-1E6F-82B6-F88A-E9E47F6210D9}"/>
                </a:ext>
              </a:extLst>
            </p:cNvPr>
            <p:cNvSpPr txBox="1"/>
            <p:nvPr/>
          </p:nvSpPr>
          <p:spPr>
            <a:xfrm>
              <a:off x="-1126310" y="-61278"/>
              <a:ext cx="9114675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3. </a:t>
              </a:r>
              <a:r>
                <a:rPr lang="tr-TR" sz="9600" b="1" err="1">
                  <a:solidFill>
                    <a:srgbClr val="474747"/>
                  </a:solidFill>
                  <a:ea typeface="宋体"/>
                  <a:cs typeface="+mn-ea"/>
                  <a:sym typeface="+mn-lt"/>
                </a:rPr>
                <a:t>Modélisation</a:t>
              </a:r>
              <a:endParaRPr lang="tr-TR" altLang="zh-CN" sz="9600" b="1" err="1">
                <a:ea typeface="宋体"/>
                <a:cs typeface="+mn-ea"/>
              </a:endParaRPr>
            </a:p>
          </p:txBody>
        </p:sp>
        <p:sp>
          <p:nvSpPr>
            <p:cNvPr id="5" name="What We Do">
              <a:extLst>
                <a:ext uri="{FF2B5EF4-FFF2-40B4-BE49-F238E27FC236}">
                  <a16:creationId xmlns:a16="http://schemas.microsoft.com/office/drawing/2014/main" id="{EB4E2D34-CDE9-A502-A263-895C4C5B7ED5}"/>
                </a:ext>
              </a:extLst>
            </p:cNvPr>
            <p:cNvSpPr txBox="1"/>
            <p:nvPr/>
          </p:nvSpPr>
          <p:spPr>
            <a:xfrm>
              <a:off x="245715" y="1595761"/>
              <a:ext cx="8912695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 dirty="0">
                  <a:ea typeface="+mn-ea"/>
                  <a:cs typeface="+mn-ea"/>
                  <a:sym typeface="+mn-lt"/>
                </a:rPr>
                <a:t>3.1 </a:t>
              </a:r>
              <a:r>
                <a:rPr lang="tr-TR" sz="5400" dirty="0">
                  <a:solidFill>
                    <a:srgbClr val="000000"/>
                  </a:solidFill>
                  <a:ea typeface="+mn-ea"/>
                  <a:cs typeface="+mn-ea"/>
                  <a:sym typeface="+mn-lt"/>
                </a:rPr>
                <a:t>Distribution de la </a:t>
              </a:r>
              <a:r>
                <a:rPr lang="tr-TR" sz="5400" dirty="0" err="1">
                  <a:solidFill>
                    <a:srgbClr val="000000"/>
                  </a:solidFill>
                  <a:ea typeface="+mn-ea"/>
                  <a:cs typeface="+mn-ea"/>
                  <a:sym typeface="+mn-lt"/>
                </a:rPr>
                <a:t>cible</a:t>
              </a:r>
              <a:endParaRPr sz="6600" i="1" dirty="0" err="1"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" name="成组">
            <a:extLst>
              <a:ext uri="{FF2B5EF4-FFF2-40B4-BE49-F238E27FC236}">
                <a16:creationId xmlns:a16="http://schemas.microsoft.com/office/drawing/2014/main" id="{04D68279-3E01-9E8A-71E9-2350A6464B50}"/>
              </a:ext>
            </a:extLst>
          </p:cNvPr>
          <p:cNvGrpSpPr/>
          <p:nvPr/>
        </p:nvGrpSpPr>
        <p:grpSpPr>
          <a:xfrm>
            <a:off x="2701283" y="3256758"/>
            <a:ext cx="10761234" cy="4505830"/>
            <a:chOff x="0" y="117405"/>
            <a:chExt cx="10761232" cy="4505830"/>
          </a:xfrm>
        </p:grpSpPr>
        <p:sp>
          <p:nvSpPr>
            <p:cNvPr id="8" name="你的市场目标">
              <a:extLst>
                <a:ext uri="{FF2B5EF4-FFF2-40B4-BE49-F238E27FC236}">
                  <a16:creationId xmlns:a16="http://schemas.microsoft.com/office/drawing/2014/main" id="{43476871-C279-6635-CE11-AE7CC39DEAB2}"/>
                </a:ext>
              </a:extLst>
            </p:cNvPr>
            <p:cNvSpPr txBox="1"/>
            <p:nvPr/>
          </p:nvSpPr>
          <p:spPr>
            <a:xfrm>
              <a:off x="933934" y="117405"/>
              <a:ext cx="3382335" cy="9335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Objectif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 : </a:t>
              </a:r>
              <a:endParaRPr lang="tr-TR" sz="5400" dirty="0" err="1">
                <a:ea typeface="+mn-ea"/>
                <a:cs typeface="+mn-ea"/>
              </a:endParaRPr>
            </a:p>
          </p:txBody>
        </p:sp>
        <p:sp>
          <p:nvSpPr>
            <p:cNvPr id="9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3114EB1C-25CE-6E2E-F093-1498DA3A13E9}"/>
                </a:ext>
              </a:extLst>
            </p:cNvPr>
            <p:cNvSpPr txBox="1"/>
            <p:nvPr/>
          </p:nvSpPr>
          <p:spPr>
            <a:xfrm>
              <a:off x="4183297" y="1031803"/>
              <a:ext cx="6577935" cy="3591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dirty="0">
                  <a:ea typeface="+mn-ea"/>
                  <a:cs typeface="+mn-ea"/>
                  <a:sym typeface="+mn-lt"/>
                </a:rPr>
                <a:t>Recherche des "</a:t>
              </a:r>
              <a:r>
                <a:rPr lang="en-US" i="1" dirty="0" err="1">
                  <a:ea typeface="+mn-ea"/>
                  <a:cs typeface="+mn-ea"/>
                  <a:sym typeface="+mn-lt"/>
                </a:rPr>
                <a:t>vrai</a:t>
              </a:r>
              <a:r>
                <a:rPr lang="en-US" i="1" dirty="0">
                  <a:ea typeface="+mn-ea"/>
                  <a:cs typeface="+mn-ea"/>
                  <a:sym typeface="+mn-lt"/>
                </a:rPr>
                <a:t> </a:t>
              </a:r>
              <a:r>
                <a:rPr lang="en-US" i="1" dirty="0" err="1">
                  <a:ea typeface="+mn-ea"/>
                  <a:cs typeface="+mn-ea"/>
                  <a:sym typeface="+mn-lt"/>
                </a:rPr>
                <a:t>positif</a:t>
              </a:r>
              <a:r>
                <a:rPr lang="en-US" i="1" dirty="0">
                  <a:ea typeface="+mn-ea"/>
                  <a:cs typeface="+mn-ea"/>
                  <a:sym typeface="+mn-lt"/>
                </a:rPr>
                <a:t>"</a:t>
              </a:r>
            </a:p>
            <a:p>
              <a:r>
                <a:rPr lang="en-US" i="1" dirty="0" err="1">
                  <a:ea typeface="+mn-ea"/>
                  <a:cs typeface="+mn-ea"/>
                </a:rPr>
                <a:t>Majorité</a:t>
              </a:r>
              <a:r>
                <a:rPr lang="en-US" i="1" dirty="0">
                  <a:ea typeface="+mn-ea"/>
                  <a:cs typeface="+mn-ea"/>
                </a:rPr>
                <a:t> de "non"</a:t>
              </a:r>
            </a:p>
            <a:p>
              <a:endParaRPr lang="en-US" i="1" dirty="0">
                <a:ea typeface="+mn-ea"/>
                <a:cs typeface="+mn-ea"/>
              </a:endParaRPr>
            </a:p>
            <a:p>
              <a:r>
                <a:rPr lang="en-US" i="1" dirty="0">
                  <a:ea typeface="+mn-ea"/>
                  <a:cs typeface="+mn-ea"/>
                </a:rPr>
                <a:t>Sur 1470 </a:t>
              </a:r>
              <a:r>
                <a:rPr lang="en-US" i="1" dirty="0" err="1">
                  <a:ea typeface="+mn-ea"/>
                  <a:cs typeface="+mn-ea"/>
                </a:rPr>
                <a:t>valeurs</a:t>
              </a:r>
              <a:r>
                <a:rPr lang="en-US" i="1" dirty="0">
                  <a:ea typeface="+mn-ea"/>
                  <a:cs typeface="+mn-ea"/>
                </a:rPr>
                <a:t>:</a:t>
              </a:r>
              <a:endParaRPr lang="en-US" i="1" dirty="0" err="1">
                <a:ea typeface="+mn-ea"/>
                <a:cs typeface="+mn-ea"/>
              </a:endParaRPr>
            </a:p>
            <a:p>
              <a:r>
                <a:rPr lang="en-US" i="1" dirty="0">
                  <a:ea typeface="+mn-ea"/>
                  <a:cs typeface="+mn-ea"/>
                </a:rPr>
                <a:t>   1233 Non</a:t>
              </a:r>
            </a:p>
            <a:p>
              <a:r>
                <a:rPr lang="en-US" i="1" dirty="0">
                  <a:ea typeface="+mn-ea"/>
                  <a:cs typeface="+mn-ea"/>
                </a:rPr>
                <a:t>      237 Oui (16.12%)</a:t>
              </a:r>
            </a:p>
          </p:txBody>
        </p:sp>
        <p:pic>
          <p:nvPicPr>
            <p:cNvPr id="10" name="形状" descr="形状">
              <a:extLst>
                <a:ext uri="{FF2B5EF4-FFF2-40B4-BE49-F238E27FC236}">
                  <a16:creationId xmlns:a16="http://schemas.microsoft.com/office/drawing/2014/main" id="{3E62F1EE-CED8-2173-A605-825AB4015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7669AB14-FAA2-EEA7-E59D-E54834C1B79F}"/>
              </a:ext>
            </a:extLst>
          </p:cNvPr>
          <p:cNvGrpSpPr/>
          <p:nvPr/>
        </p:nvGrpSpPr>
        <p:grpSpPr>
          <a:xfrm>
            <a:off x="2702190" y="9757416"/>
            <a:ext cx="10761233" cy="2779203"/>
            <a:chOff x="0" y="71239"/>
            <a:chExt cx="10761232" cy="2779203"/>
          </a:xfrm>
        </p:grpSpPr>
        <p:sp>
          <p:nvSpPr>
            <p:cNvPr id="3" name="你的市场目标">
              <a:extLst>
                <a:ext uri="{FF2B5EF4-FFF2-40B4-BE49-F238E27FC236}">
                  <a16:creationId xmlns:a16="http://schemas.microsoft.com/office/drawing/2014/main" id="{541ED947-F5E7-6331-03F5-36B4FB708EDB}"/>
                </a:ext>
              </a:extLst>
            </p:cNvPr>
            <p:cNvSpPr txBox="1"/>
            <p:nvPr/>
          </p:nvSpPr>
          <p:spPr>
            <a:xfrm>
              <a:off x="933934" y="71239"/>
              <a:ext cx="8074325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Répartition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des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 </a:t>
              </a:r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valeurs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 </a:t>
              </a:r>
              <a:r>
                <a:rPr lang="tr-TR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endParaRPr lang="fr-FR" dirty="0" err="1">
                <a:ea typeface="+mn-ea"/>
                <a:cs typeface="+mn-ea"/>
              </a:endParaRPr>
            </a:p>
          </p:txBody>
        </p:sp>
        <p:sp>
          <p:nvSpPr>
            <p:cNvPr id="7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9AACD6E4-2895-F191-878F-B9BDE3134CE0}"/>
                </a:ext>
              </a:extLst>
            </p:cNvPr>
            <p:cNvSpPr txBox="1"/>
            <p:nvPr/>
          </p:nvSpPr>
          <p:spPr>
            <a:xfrm>
              <a:off x="4183297" y="1031803"/>
              <a:ext cx="6577935" cy="1818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dirty="0">
                  <a:ea typeface="+mn-ea"/>
                  <a:cs typeface="+mn-ea"/>
                  <a:sym typeface="+mn-lt"/>
                </a:rPr>
                <a:t>Stratification</a:t>
              </a:r>
            </a:p>
            <a:p>
              <a:r>
                <a:rPr lang="en-US" i="1" dirty="0">
                  <a:ea typeface="+mn-ea"/>
                  <a:cs typeface="+mn-ea"/>
                </a:rPr>
                <a:t>Garder la proportion dans les sets de </a:t>
              </a:r>
              <a:r>
                <a:rPr lang="en-US" i="1" dirty="0" err="1">
                  <a:ea typeface="+mn-ea"/>
                  <a:cs typeface="+mn-ea"/>
                </a:rPr>
                <a:t>valeur</a:t>
              </a:r>
              <a:endParaRPr lang="en-US" i="1" dirty="0">
                <a:ea typeface="+mn-ea"/>
                <a:cs typeface="+mn-ea"/>
              </a:endParaRPr>
            </a:p>
          </p:txBody>
        </p:sp>
        <p:pic>
          <p:nvPicPr>
            <p:cNvPr id="12" name="形状" descr="形状">
              <a:extLst>
                <a:ext uri="{FF2B5EF4-FFF2-40B4-BE49-F238E27FC236}">
                  <a16:creationId xmlns:a16="http://schemas.microsoft.com/office/drawing/2014/main" id="{F40549C5-750D-2A7E-0C09-597F9FE8F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形状">
            <a:extLst>
              <a:ext uri="{FF2B5EF4-FFF2-40B4-BE49-F238E27FC236}">
                <a16:creationId xmlns:a16="http://schemas.microsoft.com/office/drawing/2014/main" id="{B21D4CE0-2645-AB36-A6A9-157C79878E0A}"/>
              </a:ext>
            </a:extLst>
          </p:cNvPr>
          <p:cNvSpPr/>
          <p:nvPr/>
        </p:nvSpPr>
        <p:spPr>
          <a:xfrm>
            <a:off x="3455250" y="2952220"/>
            <a:ext cx="6869740" cy="153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3" name="Image 12" descr="shutterstock-1044878188-5966380.png">
            <a:extLst>
              <a:ext uri="{FF2B5EF4-FFF2-40B4-BE49-F238E27FC236}">
                <a16:creationId xmlns:a16="http://schemas.microsoft.com/office/drawing/2014/main" id="{52DF6D69-2A20-6404-62BC-F006A05D3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9689" y="4688659"/>
            <a:ext cx="117919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1004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  <p:bldP spid="11" grpId="0" animBg="1" advAuto="0"/>
      <p:bldP spid="19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EC6B-D7D6-18FA-4F55-FBD413FE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成组">
            <a:extLst>
              <a:ext uri="{FF2B5EF4-FFF2-40B4-BE49-F238E27FC236}">
                <a16:creationId xmlns:a16="http://schemas.microsoft.com/office/drawing/2014/main" id="{4543647D-7254-C48F-AC5E-09D15112FC96}"/>
              </a:ext>
            </a:extLst>
          </p:cNvPr>
          <p:cNvGrpSpPr/>
          <p:nvPr/>
        </p:nvGrpSpPr>
        <p:grpSpPr>
          <a:xfrm>
            <a:off x="435670" y="213965"/>
            <a:ext cx="10130833" cy="2775296"/>
            <a:chOff x="-1126310" y="-61278"/>
            <a:chExt cx="10130832" cy="2775292"/>
          </a:xfrm>
        </p:grpSpPr>
        <p:sp>
          <p:nvSpPr>
            <p:cNvPr id="4" name="工作成果">
              <a:extLst>
                <a:ext uri="{FF2B5EF4-FFF2-40B4-BE49-F238E27FC236}">
                  <a16:creationId xmlns:a16="http://schemas.microsoft.com/office/drawing/2014/main" id="{24A95AC4-569F-BFC7-FDC0-79A64B41F53D}"/>
                </a:ext>
              </a:extLst>
            </p:cNvPr>
            <p:cNvSpPr txBox="1"/>
            <p:nvPr/>
          </p:nvSpPr>
          <p:spPr>
            <a:xfrm>
              <a:off x="-1126310" y="-61278"/>
              <a:ext cx="9114675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3. </a:t>
              </a:r>
              <a:r>
                <a:rPr lang="tr-TR" sz="9600" b="1" err="1">
                  <a:solidFill>
                    <a:srgbClr val="474747"/>
                  </a:solidFill>
                  <a:ea typeface="宋体"/>
                  <a:cs typeface="+mn-ea"/>
                  <a:sym typeface="+mn-lt"/>
                </a:rPr>
                <a:t>Modélisation</a:t>
              </a:r>
              <a:endParaRPr lang="tr-TR" altLang="zh-CN" sz="9600" b="1" err="1">
                <a:ea typeface="宋体"/>
                <a:cs typeface="+mn-ea"/>
              </a:endParaRPr>
            </a:p>
          </p:txBody>
        </p:sp>
        <p:sp>
          <p:nvSpPr>
            <p:cNvPr id="5" name="What We Do">
              <a:extLst>
                <a:ext uri="{FF2B5EF4-FFF2-40B4-BE49-F238E27FC236}">
                  <a16:creationId xmlns:a16="http://schemas.microsoft.com/office/drawing/2014/main" id="{DBF6630C-4E9A-1CC1-C92E-90BEF4B3EBC5}"/>
                </a:ext>
              </a:extLst>
            </p:cNvPr>
            <p:cNvSpPr txBox="1"/>
            <p:nvPr/>
          </p:nvSpPr>
          <p:spPr>
            <a:xfrm>
              <a:off x="399602" y="1595761"/>
              <a:ext cx="8604920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 dirty="0">
                  <a:ea typeface="+mn-ea"/>
                  <a:cs typeface="+mn-ea"/>
                  <a:sym typeface="+mn-lt"/>
                </a:rPr>
                <a:t>3.2 Choix du modèle</a:t>
              </a:r>
              <a:endParaRPr sz="6600" i="1" dirty="0" err="1"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1" name="成组">
            <a:extLst>
              <a:ext uri="{FF2B5EF4-FFF2-40B4-BE49-F238E27FC236}">
                <a16:creationId xmlns:a16="http://schemas.microsoft.com/office/drawing/2014/main" id="{8EEB2706-5AFB-AE44-BAEC-BD301F37AA7C}"/>
              </a:ext>
            </a:extLst>
          </p:cNvPr>
          <p:cNvGrpSpPr/>
          <p:nvPr/>
        </p:nvGrpSpPr>
        <p:grpSpPr>
          <a:xfrm>
            <a:off x="3155598" y="4727875"/>
            <a:ext cx="10907818" cy="2733037"/>
            <a:chOff x="0" y="117405"/>
            <a:chExt cx="10907816" cy="2733037"/>
          </a:xfrm>
        </p:grpSpPr>
        <p:sp>
          <p:nvSpPr>
            <p:cNvPr id="8" name="你的市场目标">
              <a:extLst>
                <a:ext uri="{FF2B5EF4-FFF2-40B4-BE49-F238E27FC236}">
                  <a16:creationId xmlns:a16="http://schemas.microsoft.com/office/drawing/2014/main" id="{5B3D7CCE-C372-2163-C551-5EDF03739CCC}"/>
                </a:ext>
              </a:extLst>
            </p:cNvPr>
            <p:cNvSpPr txBox="1"/>
            <p:nvPr/>
          </p:nvSpPr>
          <p:spPr>
            <a:xfrm>
              <a:off x="933934" y="117405"/>
              <a:ext cx="9973882" cy="9335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Test de 3 </a:t>
              </a:r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différents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modèles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 : </a:t>
              </a:r>
              <a:endParaRPr lang="fr-FR" sz="5400" err="1">
                <a:ea typeface="+mn-ea"/>
                <a:cs typeface="+mn-ea"/>
              </a:endParaRPr>
            </a:p>
          </p:txBody>
        </p:sp>
        <p:sp>
          <p:nvSpPr>
            <p:cNvPr id="9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F461B925-B845-4C64-C757-11A619E00F34}"/>
                </a:ext>
              </a:extLst>
            </p:cNvPr>
            <p:cNvSpPr txBox="1"/>
            <p:nvPr/>
          </p:nvSpPr>
          <p:spPr>
            <a:xfrm>
              <a:off x="4183297" y="1031803"/>
              <a:ext cx="6577935" cy="1818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dirty="0" err="1">
                  <a:ea typeface="+mn-ea"/>
                  <a:cs typeface="+mn-ea"/>
                  <a:sym typeface="+mn-lt"/>
                </a:rPr>
                <a:t>DummyClassifier</a:t>
              </a:r>
              <a:r>
                <a:rPr lang="en-US" i="1" dirty="0">
                  <a:ea typeface="+mn-ea"/>
                  <a:cs typeface="+mn-ea"/>
                  <a:sym typeface="+mn-lt"/>
                </a:rPr>
                <a:t>,</a:t>
              </a:r>
            </a:p>
            <a:p>
              <a:r>
                <a:rPr lang="en-US" i="1" dirty="0" err="1">
                  <a:ea typeface="+mn-ea"/>
                  <a:cs typeface="+mn-ea"/>
                  <a:sym typeface="+mn-lt"/>
                </a:rPr>
                <a:t>LogisticRegression</a:t>
              </a:r>
              <a:r>
                <a:rPr lang="en-US" i="1" dirty="0">
                  <a:ea typeface="+mn-ea"/>
                  <a:cs typeface="+mn-ea"/>
                  <a:sym typeface="+mn-lt"/>
                </a:rPr>
                <a:t>,</a:t>
              </a:r>
              <a:endParaRPr lang="en-US" i="1" dirty="0">
                <a:ea typeface="+mn-ea"/>
                <a:cs typeface="+mn-ea"/>
              </a:endParaRPr>
            </a:p>
            <a:p>
              <a:r>
                <a:rPr lang="en-US" i="1" dirty="0" err="1">
                  <a:ea typeface="+mn-ea"/>
                  <a:cs typeface="+mn-ea"/>
                  <a:sym typeface="+mn-lt"/>
                </a:rPr>
                <a:t>RandomForestClassifier</a:t>
              </a:r>
              <a:endParaRPr lang="en-US" i="1" dirty="0" err="1">
                <a:ea typeface="+mn-ea"/>
                <a:cs typeface="+mn-ea"/>
              </a:endParaRPr>
            </a:p>
          </p:txBody>
        </p:sp>
        <p:pic>
          <p:nvPicPr>
            <p:cNvPr id="10" name="形状" descr="形状">
              <a:extLst>
                <a:ext uri="{FF2B5EF4-FFF2-40B4-BE49-F238E27FC236}">
                  <a16:creationId xmlns:a16="http://schemas.microsoft.com/office/drawing/2014/main" id="{61588BB3-869D-570C-326B-FC6F9B309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E360E351-50A5-6771-26AC-1967BC768105}"/>
              </a:ext>
            </a:extLst>
          </p:cNvPr>
          <p:cNvGrpSpPr/>
          <p:nvPr/>
        </p:nvGrpSpPr>
        <p:grpSpPr>
          <a:xfrm>
            <a:off x="2997096" y="8737768"/>
            <a:ext cx="10761233" cy="2188272"/>
            <a:chOff x="0" y="71239"/>
            <a:chExt cx="10761232" cy="2188272"/>
          </a:xfrm>
        </p:grpSpPr>
        <p:sp>
          <p:nvSpPr>
            <p:cNvPr id="3" name="你的市场目标">
              <a:extLst>
                <a:ext uri="{FF2B5EF4-FFF2-40B4-BE49-F238E27FC236}">
                  <a16:creationId xmlns:a16="http://schemas.microsoft.com/office/drawing/2014/main" id="{C30B0062-D081-D40C-47B5-1653A888F945}"/>
                </a:ext>
              </a:extLst>
            </p:cNvPr>
            <p:cNvSpPr txBox="1"/>
            <p:nvPr/>
          </p:nvSpPr>
          <p:spPr>
            <a:xfrm>
              <a:off x="933934" y="71239"/>
              <a:ext cx="5875005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Modèle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5400" dirty="0" err="1">
                  <a:latin typeface="Century Gothic"/>
                  <a:ea typeface="+mn-ea"/>
                  <a:cs typeface="+mn-ea"/>
                  <a:sym typeface="+mn-lt"/>
                </a:rPr>
                <a:t>retenu</a:t>
              </a:r>
              <a:r>
                <a:rPr lang="tr-TR" sz="5400" dirty="0">
                  <a:latin typeface="Century Gothic"/>
                  <a:ea typeface="+mn-ea"/>
                  <a:cs typeface="+mn-ea"/>
                  <a:sym typeface="+mn-lt"/>
                </a:rPr>
                <a:t> : </a:t>
              </a:r>
              <a:r>
                <a:rPr lang="tr-TR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endParaRPr lang="fr-FR" dirty="0" err="1">
                <a:ea typeface="+mn-ea"/>
                <a:cs typeface="+mn-ea"/>
              </a:endParaRPr>
            </a:p>
          </p:txBody>
        </p:sp>
        <p:sp>
          <p:nvSpPr>
            <p:cNvPr id="7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41D94253-0FDD-B3C2-4347-20A83FDBD6A6}"/>
                </a:ext>
              </a:extLst>
            </p:cNvPr>
            <p:cNvSpPr txBox="1"/>
            <p:nvPr/>
          </p:nvSpPr>
          <p:spPr>
            <a:xfrm>
              <a:off x="4183297" y="1031803"/>
              <a:ext cx="6577935" cy="12277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err="1">
                  <a:ea typeface="+mn-ea"/>
                  <a:cs typeface="+mn-ea"/>
                  <a:sym typeface="+mn-lt"/>
                </a:rPr>
                <a:t>LogisticRegression</a:t>
              </a:r>
              <a:r>
                <a:rPr lang="en-US" i="1" dirty="0">
                  <a:ea typeface="+mn-ea"/>
                  <a:cs typeface="+mn-ea"/>
                </a:rPr>
                <a:t>,</a:t>
              </a:r>
            </a:p>
            <a:p>
              <a:r>
                <a:rPr lang="en-US" i="1" dirty="0">
                  <a:ea typeface="+mn-ea"/>
                  <a:cs typeface="+mn-ea"/>
                </a:rPr>
                <a:t>Meilleur </a:t>
              </a:r>
              <a:r>
                <a:rPr lang="en-US" i="1" dirty="0" err="1">
                  <a:ea typeface="+mn-ea"/>
                  <a:cs typeface="+mn-ea"/>
                </a:rPr>
                <a:t>prédiction</a:t>
              </a:r>
              <a:r>
                <a:rPr lang="en-US" i="1" dirty="0">
                  <a:ea typeface="+mn-ea"/>
                  <a:cs typeface="+mn-ea"/>
                </a:rPr>
                <a:t> du "Oui"</a:t>
              </a:r>
            </a:p>
          </p:txBody>
        </p:sp>
        <p:pic>
          <p:nvPicPr>
            <p:cNvPr id="12" name="形状" descr="形状">
              <a:extLst>
                <a:ext uri="{FF2B5EF4-FFF2-40B4-BE49-F238E27FC236}">
                  <a16:creationId xmlns:a16="http://schemas.microsoft.com/office/drawing/2014/main" id="{B116C74C-FDBF-C75F-3FED-B269A8DE7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形状">
            <a:extLst>
              <a:ext uri="{FF2B5EF4-FFF2-40B4-BE49-F238E27FC236}">
                <a16:creationId xmlns:a16="http://schemas.microsoft.com/office/drawing/2014/main" id="{4EAA56C0-2998-2C4E-EB93-34BCFC2E156D}"/>
              </a:ext>
            </a:extLst>
          </p:cNvPr>
          <p:cNvSpPr/>
          <p:nvPr/>
        </p:nvSpPr>
        <p:spPr>
          <a:xfrm>
            <a:off x="3455250" y="2952220"/>
            <a:ext cx="6869740" cy="153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3" name="Image 12" descr="shutterstock-1056328265-4230090.png">
            <a:extLst>
              <a:ext uri="{FF2B5EF4-FFF2-40B4-BE49-F238E27FC236}">
                <a16:creationId xmlns:a16="http://schemas.microsoft.com/office/drawing/2014/main" id="{63D518C4-EB5E-23DA-E671-FB982B2DE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5334" y="8281492"/>
            <a:ext cx="5178879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266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  <p:bldP spid="11" grpId="0" animBg="1" advAuto="0"/>
      <p:bldP spid="19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FB21-4FC8-EBC3-D4D7-A8CA7D9D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成组">
            <a:extLst>
              <a:ext uri="{FF2B5EF4-FFF2-40B4-BE49-F238E27FC236}">
                <a16:creationId xmlns:a16="http://schemas.microsoft.com/office/drawing/2014/main" id="{6DB00059-DD83-75F8-5F30-44EF6D57FAEA}"/>
              </a:ext>
            </a:extLst>
          </p:cNvPr>
          <p:cNvGrpSpPr/>
          <p:nvPr/>
        </p:nvGrpSpPr>
        <p:grpSpPr>
          <a:xfrm>
            <a:off x="435670" y="213965"/>
            <a:ext cx="16065019" cy="2753662"/>
            <a:chOff x="-1126310" y="-61278"/>
            <a:chExt cx="16065018" cy="2753658"/>
          </a:xfrm>
        </p:grpSpPr>
        <p:sp>
          <p:nvSpPr>
            <p:cNvPr id="4" name="工作成果">
              <a:extLst>
                <a:ext uri="{FF2B5EF4-FFF2-40B4-BE49-F238E27FC236}">
                  <a16:creationId xmlns:a16="http://schemas.microsoft.com/office/drawing/2014/main" id="{61F3FE40-0BF4-B1A2-9F52-2C8EF858CD45}"/>
                </a:ext>
              </a:extLst>
            </p:cNvPr>
            <p:cNvSpPr txBox="1"/>
            <p:nvPr/>
          </p:nvSpPr>
          <p:spPr>
            <a:xfrm>
              <a:off x="-1126310" y="-61278"/>
              <a:ext cx="9114675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3. </a:t>
              </a:r>
              <a:r>
                <a:rPr lang="tr-TR" sz="9600" b="1" err="1">
                  <a:solidFill>
                    <a:srgbClr val="474747"/>
                  </a:solidFill>
                  <a:ea typeface="宋体"/>
                  <a:cs typeface="+mn-ea"/>
                  <a:sym typeface="+mn-lt"/>
                </a:rPr>
                <a:t>Modélisation</a:t>
              </a:r>
              <a:endParaRPr lang="tr-TR" altLang="zh-CN" sz="9600" b="1" err="1">
                <a:ea typeface="宋体"/>
                <a:cs typeface="+mn-ea"/>
              </a:endParaRPr>
            </a:p>
          </p:txBody>
        </p:sp>
        <p:sp>
          <p:nvSpPr>
            <p:cNvPr id="5" name="What We Do">
              <a:extLst>
                <a:ext uri="{FF2B5EF4-FFF2-40B4-BE49-F238E27FC236}">
                  <a16:creationId xmlns:a16="http://schemas.microsoft.com/office/drawing/2014/main" id="{7DA1F2CC-5A74-02B6-7156-C65D281E0838}"/>
                </a:ext>
              </a:extLst>
            </p:cNvPr>
            <p:cNvSpPr txBox="1"/>
            <p:nvPr/>
          </p:nvSpPr>
          <p:spPr>
            <a:xfrm>
              <a:off x="696027" y="1574127"/>
              <a:ext cx="14242681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 dirty="0">
                  <a:ea typeface="+mn-ea"/>
                  <a:cs typeface="+mn-ea"/>
                  <a:sym typeface="+mn-lt"/>
                </a:rPr>
                <a:t>3.3 </a:t>
              </a:r>
              <a:r>
                <a:rPr lang="fr-FR" sz="6600" dirty="0">
                  <a:ea typeface="+mj-lt"/>
                  <a:cs typeface="+mj-lt"/>
                  <a:sym typeface="+mn-lt"/>
                </a:rPr>
                <a:t>Méthodologie et Comparaison</a:t>
              </a:r>
              <a:endParaRPr sz="6600" i="1" dirty="0" err="1"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F894F7F2-71ED-063A-3666-454943B08448}"/>
              </a:ext>
            </a:extLst>
          </p:cNvPr>
          <p:cNvGrpSpPr/>
          <p:nvPr/>
        </p:nvGrpSpPr>
        <p:grpSpPr>
          <a:xfrm>
            <a:off x="3459382" y="3402123"/>
            <a:ext cx="13852775" cy="2779203"/>
            <a:chOff x="0" y="71239"/>
            <a:chExt cx="13852774" cy="2779203"/>
          </a:xfrm>
        </p:grpSpPr>
        <p:sp>
          <p:nvSpPr>
            <p:cNvPr id="3" name="你的市场目标">
              <a:extLst>
                <a:ext uri="{FF2B5EF4-FFF2-40B4-BE49-F238E27FC236}">
                  <a16:creationId xmlns:a16="http://schemas.microsoft.com/office/drawing/2014/main" id="{DC1B8A9F-1BE1-D5CA-EC6C-F05389C66058}"/>
                </a:ext>
              </a:extLst>
            </p:cNvPr>
            <p:cNvSpPr txBox="1"/>
            <p:nvPr/>
          </p:nvSpPr>
          <p:spPr>
            <a:xfrm>
              <a:off x="933934" y="71239"/>
              <a:ext cx="11578490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sz="5400" err="1">
                  <a:latin typeface="Century Gothic"/>
                  <a:ea typeface="+mn-ea"/>
                  <a:cs typeface="+mn-ea"/>
                  <a:sym typeface="+mn-lt"/>
                </a:rPr>
                <a:t>Utilisation</a:t>
              </a:r>
              <a:r>
                <a:rPr lang="tr-TR" sz="5400">
                  <a:latin typeface="Century Gothic"/>
                  <a:ea typeface="+mn-ea"/>
                  <a:cs typeface="+mn-ea"/>
                  <a:sym typeface="+mn-lt"/>
                </a:rPr>
                <a:t> de </a:t>
              </a:r>
              <a:r>
                <a:rPr lang="tr-TR" sz="5400" err="1">
                  <a:latin typeface="Century Gothic"/>
                  <a:ea typeface="+mn-ea"/>
                  <a:cs typeface="+mn-ea"/>
                  <a:sym typeface="+mn-lt"/>
                </a:rPr>
                <a:t>Pipeline</a:t>
              </a:r>
              <a:r>
                <a:rPr lang="tr-TR" sz="5400">
                  <a:latin typeface="Century Gothic"/>
                  <a:ea typeface="+mn-ea"/>
                  <a:cs typeface="+mn-ea"/>
                  <a:sym typeface="+mn-lt"/>
                </a:rPr>
                <a:t> et </a:t>
              </a:r>
              <a:r>
                <a:rPr lang="tr-TR" sz="5400" err="1">
                  <a:latin typeface="Century Gothic"/>
                  <a:ea typeface="+mn-ea"/>
                  <a:cs typeface="+mn-ea"/>
                  <a:sym typeface="+mn-lt"/>
                </a:rPr>
                <a:t>Fonctions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endParaRPr lang="fr-FR" err="1">
                <a:ea typeface="+mn-ea"/>
                <a:cs typeface="+mn-ea"/>
              </a:endParaRPr>
            </a:p>
          </p:txBody>
        </p:sp>
        <p:sp>
          <p:nvSpPr>
            <p:cNvPr id="7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4DF43C4A-F432-E375-3629-1AF186916861}"/>
                </a:ext>
              </a:extLst>
            </p:cNvPr>
            <p:cNvSpPr txBox="1"/>
            <p:nvPr/>
          </p:nvSpPr>
          <p:spPr>
            <a:xfrm>
              <a:off x="4183297" y="1031803"/>
              <a:ext cx="9669477" cy="1818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dirty="0" err="1">
                  <a:ea typeface="+mn-ea"/>
                  <a:cs typeface="+mn-ea"/>
                  <a:sym typeface="+mn-lt"/>
                </a:rPr>
                <a:t>Faciliter</a:t>
              </a:r>
              <a:r>
                <a:rPr lang="en-US" i="1" dirty="0">
                  <a:ea typeface="+mn-ea"/>
                  <a:cs typeface="+mn-ea"/>
                  <a:sym typeface="+mn-lt"/>
                </a:rPr>
                <a:t> les tests</a:t>
              </a:r>
              <a:endParaRPr lang="en-US" i="1" dirty="0" err="1">
                <a:ea typeface="+mn-ea"/>
                <a:cs typeface="+mn-ea"/>
                <a:sym typeface="+mn-lt"/>
              </a:endParaRPr>
            </a:p>
            <a:p>
              <a:r>
                <a:rPr lang="en-US" i="1" err="1">
                  <a:ea typeface="+mn-ea"/>
                  <a:cs typeface="+mn-ea"/>
                </a:rPr>
                <a:t>Réuilisation</a:t>
              </a:r>
            </a:p>
            <a:p>
              <a:r>
                <a:rPr lang="en-US" i="1" dirty="0">
                  <a:ea typeface="+mn-ea"/>
                  <a:cs typeface="+mn-ea"/>
                </a:rPr>
                <a:t>Teste et </a:t>
              </a:r>
              <a:r>
                <a:rPr lang="en-US" i="1" dirty="0" err="1">
                  <a:ea typeface="+mn-ea"/>
                  <a:cs typeface="+mn-ea"/>
                </a:rPr>
                <a:t>comparaison</a:t>
              </a:r>
              <a:r>
                <a:rPr lang="en-US" i="1" dirty="0">
                  <a:ea typeface="+mn-ea"/>
                  <a:cs typeface="+mn-ea"/>
                </a:rPr>
                <a:t> des </a:t>
              </a:r>
              <a:r>
                <a:rPr lang="en-US" i="1" dirty="0" err="1">
                  <a:ea typeface="+mn-ea"/>
                  <a:cs typeface="+mn-ea"/>
                </a:rPr>
                <a:t>différents</a:t>
              </a:r>
              <a:r>
                <a:rPr lang="en-US" i="1" dirty="0">
                  <a:ea typeface="+mn-ea"/>
                  <a:cs typeface="+mn-ea"/>
                </a:rPr>
                <a:t> </a:t>
              </a:r>
              <a:r>
                <a:rPr lang="en-US" i="1" dirty="0" err="1">
                  <a:ea typeface="+mn-ea"/>
                  <a:cs typeface="+mn-ea"/>
                </a:rPr>
                <a:t>Modèles</a:t>
              </a:r>
              <a:endParaRPr lang="en-US" i="1" dirty="0">
                <a:ea typeface="+mn-ea"/>
                <a:cs typeface="+mn-ea"/>
              </a:endParaRPr>
            </a:p>
          </p:txBody>
        </p:sp>
        <p:pic>
          <p:nvPicPr>
            <p:cNvPr id="12" name="形状" descr="形状">
              <a:extLst>
                <a:ext uri="{FF2B5EF4-FFF2-40B4-BE49-F238E27FC236}">
                  <a16:creationId xmlns:a16="http://schemas.microsoft.com/office/drawing/2014/main" id="{E7D0491E-2CF0-66A0-4E09-081165A07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8" name="成组">
            <a:extLst>
              <a:ext uri="{FF2B5EF4-FFF2-40B4-BE49-F238E27FC236}">
                <a16:creationId xmlns:a16="http://schemas.microsoft.com/office/drawing/2014/main" id="{B6F23B3C-F452-8BA0-E148-18CE166F598F}"/>
              </a:ext>
            </a:extLst>
          </p:cNvPr>
          <p:cNvGrpSpPr/>
          <p:nvPr/>
        </p:nvGrpSpPr>
        <p:grpSpPr>
          <a:xfrm>
            <a:off x="3447281" y="8463456"/>
            <a:ext cx="13284740" cy="3914899"/>
            <a:chOff x="0" y="117405"/>
            <a:chExt cx="13284739" cy="3914899"/>
          </a:xfrm>
        </p:grpSpPr>
        <p:sp>
          <p:nvSpPr>
            <p:cNvPr id="25" name="你的市场目标">
              <a:extLst>
                <a:ext uri="{FF2B5EF4-FFF2-40B4-BE49-F238E27FC236}">
                  <a16:creationId xmlns:a16="http://schemas.microsoft.com/office/drawing/2014/main" id="{8E171673-C392-7477-93F1-11D8FBB83212}"/>
                </a:ext>
              </a:extLst>
            </p:cNvPr>
            <p:cNvSpPr txBox="1"/>
            <p:nvPr/>
          </p:nvSpPr>
          <p:spPr>
            <a:xfrm>
              <a:off x="933934" y="117405"/>
              <a:ext cx="8465458" cy="9335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sz="5400" err="1">
                  <a:latin typeface="Century Gothic"/>
                  <a:ea typeface="+mn-ea"/>
                  <a:cs typeface="+mn-ea"/>
                  <a:sym typeface="+mn-lt"/>
                </a:rPr>
                <a:t>Utilisation</a:t>
              </a:r>
              <a:r>
                <a:rPr lang="tr-TR" sz="5400">
                  <a:latin typeface="Century Gothic"/>
                  <a:ea typeface="+mn-ea"/>
                  <a:cs typeface="+mn-ea"/>
                  <a:sym typeface="+mn-lt"/>
                </a:rPr>
                <a:t> de </a:t>
              </a:r>
              <a:r>
                <a:rPr lang="tr-TR" sz="5400" err="1">
                  <a:latin typeface="Century Gothic"/>
                  <a:ea typeface="+mn-ea"/>
                  <a:cs typeface="+mn-ea"/>
                  <a:sym typeface="+mn-lt"/>
                </a:rPr>
                <a:t>GridSearch</a:t>
              </a:r>
              <a:r>
                <a:rPr lang="tr-TR" sz="540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endParaRPr lang="fr-FR" err="1">
                <a:ea typeface="+mn-ea"/>
                <a:cs typeface="+mn-ea"/>
              </a:endParaRPr>
            </a:p>
          </p:txBody>
        </p:sp>
        <p:sp>
          <p:nvSpPr>
            <p:cNvPr id="26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7514BE0F-5F1A-CB94-D7CE-C287027E73A8}"/>
                </a:ext>
              </a:extLst>
            </p:cNvPr>
            <p:cNvSpPr txBox="1"/>
            <p:nvPr/>
          </p:nvSpPr>
          <p:spPr>
            <a:xfrm>
              <a:off x="4183297" y="1031803"/>
              <a:ext cx="9101442" cy="300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>
                <a:lnSpc>
                  <a:spcPct val="120000"/>
                </a:lnSpc>
                <a:defRPr sz="3200">
                  <a:solidFill>
                    <a:srgbClr val="5E5E5E"/>
                  </a:solidFill>
                </a:defRPr>
              </a:lvl1pPr>
            </a:lstStyle>
            <a:p>
              <a:r>
                <a:rPr lang="en-US" i="1" dirty="0">
                  <a:ea typeface="+mn-ea"/>
                  <a:cs typeface="+mn-ea"/>
                  <a:sym typeface="+mn-lt"/>
                </a:rPr>
                <a:t>Recherche</a:t>
              </a:r>
              <a:r>
                <a:rPr lang="en-US" i="1" dirty="0">
                  <a:ea typeface="+mn-ea"/>
                  <a:cs typeface="+mn-ea"/>
                </a:rPr>
                <a:t> </a:t>
              </a:r>
              <a:r>
                <a:rPr lang="en-US" i="1" dirty="0" err="1">
                  <a:ea typeface="+mn-ea"/>
                  <a:cs typeface="+mn-ea"/>
                </a:rPr>
                <a:t>d'améliroation</a:t>
              </a:r>
              <a:r>
                <a:rPr lang="en-US" i="1" dirty="0">
                  <a:ea typeface="+mn-ea"/>
                  <a:cs typeface="+mn-ea"/>
                </a:rPr>
                <a:t> des </a:t>
              </a:r>
              <a:r>
                <a:rPr lang="en-US" i="1" dirty="0" err="1">
                  <a:ea typeface="+mn-ea"/>
                  <a:cs typeface="+mn-ea"/>
                </a:rPr>
                <a:t>prédictions</a:t>
              </a:r>
              <a:r>
                <a:rPr lang="en-US" i="1" dirty="0">
                  <a:ea typeface="+mn-ea"/>
                  <a:cs typeface="+mn-ea"/>
                </a:rPr>
                <a:t> via les </a:t>
              </a:r>
              <a:r>
                <a:rPr lang="en-US" i="1" dirty="0" err="1">
                  <a:ea typeface="+mn-ea"/>
                  <a:cs typeface="+mn-ea"/>
                </a:rPr>
                <a:t>hyperparamètres</a:t>
              </a:r>
              <a:r>
                <a:rPr lang="en-US" i="1" dirty="0">
                  <a:ea typeface="+mn-ea"/>
                  <a:cs typeface="+mn-ea"/>
                </a:rPr>
                <a:t> de </a:t>
              </a:r>
              <a:r>
                <a:rPr lang="en-US" i="1" dirty="0" err="1">
                  <a:ea typeface="+mn-ea"/>
                  <a:cs typeface="+mn-ea"/>
                </a:rPr>
                <a:t>chaque</a:t>
              </a:r>
              <a:r>
                <a:rPr lang="en-US" i="1" dirty="0">
                  <a:ea typeface="+mn-ea"/>
                  <a:cs typeface="+mn-ea"/>
                </a:rPr>
                <a:t> </a:t>
              </a:r>
              <a:r>
                <a:rPr lang="en-US" i="1" dirty="0" err="1">
                  <a:ea typeface="+mn-ea"/>
                  <a:cs typeface="+mn-ea"/>
                </a:rPr>
                <a:t>modèle</a:t>
              </a:r>
            </a:p>
            <a:p>
              <a:endParaRPr lang="en-US" i="1" dirty="0">
                <a:ea typeface="+mn-ea"/>
                <a:cs typeface="+mn-ea"/>
              </a:endParaRPr>
            </a:p>
            <a:p>
              <a:r>
                <a:rPr lang="en-US" i="1" dirty="0">
                  <a:ea typeface="+mn-ea"/>
                  <a:cs typeface="+mn-ea"/>
                </a:rPr>
                <a:t>Choix du score de </a:t>
              </a:r>
              <a:r>
                <a:rPr lang="en-US" i="1" dirty="0" err="1">
                  <a:ea typeface="+mn-ea"/>
                  <a:cs typeface="+mn-ea"/>
                </a:rPr>
                <a:t>référence</a:t>
              </a:r>
              <a:r>
                <a:rPr lang="en-US" i="1" dirty="0">
                  <a:ea typeface="+mn-ea"/>
                  <a:cs typeface="+mn-ea"/>
                </a:rPr>
                <a:t>/</a:t>
              </a:r>
              <a:r>
                <a:rPr lang="en-US" i="1" dirty="0" err="1">
                  <a:ea typeface="+mn-ea"/>
                  <a:cs typeface="+mn-ea"/>
                </a:rPr>
                <a:t>objectif</a:t>
              </a:r>
              <a:r>
                <a:rPr lang="en-US" i="1" dirty="0">
                  <a:ea typeface="+mn-ea"/>
                  <a:cs typeface="+mn-ea"/>
                </a:rPr>
                <a:t> via </a:t>
              </a:r>
              <a:r>
                <a:rPr lang="en-US" i="1" dirty="0" err="1">
                  <a:ea typeface="+mn-ea"/>
                  <a:cs typeface="+mn-ea"/>
                </a:rPr>
                <a:t>paramètrede</a:t>
              </a:r>
              <a:r>
                <a:rPr lang="en-US" i="1" dirty="0">
                  <a:ea typeface="+mn-ea"/>
                  <a:cs typeface="+mn-ea"/>
                </a:rPr>
                <a:t> la </a:t>
              </a:r>
              <a:r>
                <a:rPr lang="en-US" i="1" dirty="0" err="1">
                  <a:ea typeface="+mn-ea"/>
                  <a:cs typeface="+mn-ea"/>
                </a:rPr>
                <a:t>fonction</a:t>
              </a:r>
              <a:r>
                <a:rPr lang="en-US" i="1" dirty="0">
                  <a:ea typeface="+mn-ea"/>
                  <a:cs typeface="+mn-ea"/>
                </a:rPr>
                <a:t>/</a:t>
              </a:r>
              <a:r>
                <a:rPr lang="en-US" i="1" dirty="0" err="1">
                  <a:ea typeface="+mn-ea"/>
                  <a:cs typeface="+mn-ea"/>
                </a:rPr>
                <a:t>classe</a:t>
              </a:r>
              <a:endParaRPr lang="en-US" i="1" dirty="0">
                <a:ea typeface="+mn-ea"/>
                <a:cs typeface="+mn-ea"/>
              </a:endParaRPr>
            </a:p>
          </p:txBody>
        </p:sp>
        <p:pic>
          <p:nvPicPr>
            <p:cNvPr id="27" name="形状" descr="形状">
              <a:extLst>
                <a:ext uri="{FF2B5EF4-FFF2-40B4-BE49-F238E27FC236}">
                  <a16:creationId xmlns:a16="http://schemas.microsoft.com/office/drawing/2014/main" id="{E04C3663-EB1D-FA8F-9B3C-61D2EF72A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形状">
            <a:extLst>
              <a:ext uri="{FF2B5EF4-FFF2-40B4-BE49-F238E27FC236}">
                <a16:creationId xmlns:a16="http://schemas.microsoft.com/office/drawing/2014/main" id="{BFF6A5B7-89C4-3C2A-392C-A0E08A953587}"/>
              </a:ext>
            </a:extLst>
          </p:cNvPr>
          <p:cNvSpPr/>
          <p:nvPr/>
        </p:nvSpPr>
        <p:spPr>
          <a:xfrm>
            <a:off x="3455250" y="2952220"/>
            <a:ext cx="6869740" cy="153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3" name="成组">
            <a:extLst>
              <a:ext uri="{FF2B5EF4-FFF2-40B4-BE49-F238E27FC236}">
                <a16:creationId xmlns:a16="http://schemas.microsoft.com/office/drawing/2014/main" id="{C3E9001B-7F16-72D0-7982-59CAAA290BBF}"/>
              </a:ext>
            </a:extLst>
          </p:cNvPr>
          <p:cNvGrpSpPr/>
          <p:nvPr/>
        </p:nvGrpSpPr>
        <p:grpSpPr>
          <a:xfrm>
            <a:off x="16395525" y="5865918"/>
            <a:ext cx="4356419" cy="3794432"/>
            <a:chOff x="2498488" y="3875035"/>
            <a:chExt cx="8253501" cy="8322887"/>
          </a:xfrm>
        </p:grpSpPr>
        <p:sp>
          <p:nvSpPr>
            <p:cNvPr id="14" name="形状">
              <a:extLst>
                <a:ext uri="{FF2B5EF4-FFF2-40B4-BE49-F238E27FC236}">
                  <a16:creationId xmlns:a16="http://schemas.microsoft.com/office/drawing/2014/main" id="{0CA7C8C6-02D7-8953-C797-2D3E5E9537CB}"/>
                </a:ext>
              </a:extLst>
            </p:cNvPr>
            <p:cNvSpPr/>
            <p:nvPr/>
          </p:nvSpPr>
          <p:spPr>
            <a:xfrm>
              <a:off x="2498488" y="3875035"/>
              <a:ext cx="8253501" cy="8322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496" extrusionOk="0">
                  <a:moveTo>
                    <a:pt x="6850" y="6768"/>
                  </a:moveTo>
                  <a:cubicBezTo>
                    <a:pt x="7745" y="6494"/>
                    <a:pt x="8380" y="5911"/>
                    <a:pt x="8829" y="5116"/>
                  </a:cubicBezTo>
                  <a:cubicBezTo>
                    <a:pt x="9071" y="4685"/>
                    <a:pt x="9277" y="4236"/>
                    <a:pt x="9507" y="3796"/>
                  </a:cubicBezTo>
                  <a:cubicBezTo>
                    <a:pt x="10235" y="2403"/>
                    <a:pt x="11382" y="1517"/>
                    <a:pt x="12870" y="1024"/>
                  </a:cubicBezTo>
                  <a:cubicBezTo>
                    <a:pt x="13552" y="799"/>
                    <a:pt x="14252" y="684"/>
                    <a:pt x="14966" y="630"/>
                  </a:cubicBezTo>
                  <a:cubicBezTo>
                    <a:pt x="15864" y="560"/>
                    <a:pt x="16761" y="554"/>
                    <a:pt x="17656" y="670"/>
                  </a:cubicBezTo>
                  <a:cubicBezTo>
                    <a:pt x="17772" y="686"/>
                    <a:pt x="17888" y="702"/>
                    <a:pt x="18001" y="727"/>
                  </a:cubicBezTo>
                  <a:cubicBezTo>
                    <a:pt x="18073" y="740"/>
                    <a:pt x="18096" y="724"/>
                    <a:pt x="18089" y="652"/>
                  </a:cubicBezTo>
                  <a:cubicBezTo>
                    <a:pt x="18076" y="514"/>
                    <a:pt x="18076" y="375"/>
                    <a:pt x="18096" y="237"/>
                  </a:cubicBezTo>
                  <a:cubicBezTo>
                    <a:pt x="18133" y="-12"/>
                    <a:pt x="18265" y="-73"/>
                    <a:pt x="18454" y="94"/>
                  </a:cubicBezTo>
                  <a:cubicBezTo>
                    <a:pt x="18933" y="517"/>
                    <a:pt x="19460" y="894"/>
                    <a:pt x="19853" y="1408"/>
                  </a:cubicBezTo>
                  <a:cubicBezTo>
                    <a:pt x="20013" y="1617"/>
                    <a:pt x="20214" y="1790"/>
                    <a:pt x="20424" y="1953"/>
                  </a:cubicBezTo>
                  <a:cubicBezTo>
                    <a:pt x="20465" y="1986"/>
                    <a:pt x="20458" y="2009"/>
                    <a:pt x="20426" y="2036"/>
                  </a:cubicBezTo>
                  <a:cubicBezTo>
                    <a:pt x="19919" y="2467"/>
                    <a:pt x="19507" y="3001"/>
                    <a:pt x="18930" y="3353"/>
                  </a:cubicBezTo>
                  <a:cubicBezTo>
                    <a:pt x="18663" y="3515"/>
                    <a:pt x="18422" y="3719"/>
                    <a:pt x="18158" y="3886"/>
                  </a:cubicBezTo>
                  <a:cubicBezTo>
                    <a:pt x="17894" y="4051"/>
                    <a:pt x="17820" y="4043"/>
                    <a:pt x="17822" y="3720"/>
                  </a:cubicBezTo>
                  <a:cubicBezTo>
                    <a:pt x="17823" y="3558"/>
                    <a:pt x="17812" y="3394"/>
                    <a:pt x="17803" y="3232"/>
                  </a:cubicBezTo>
                  <a:cubicBezTo>
                    <a:pt x="17798" y="3122"/>
                    <a:pt x="17723" y="3081"/>
                    <a:pt x="17627" y="3139"/>
                  </a:cubicBezTo>
                  <a:cubicBezTo>
                    <a:pt x="17545" y="3186"/>
                    <a:pt x="17461" y="3157"/>
                    <a:pt x="17381" y="3147"/>
                  </a:cubicBezTo>
                  <a:cubicBezTo>
                    <a:pt x="16668" y="3066"/>
                    <a:pt x="15965" y="3100"/>
                    <a:pt x="15271" y="3289"/>
                  </a:cubicBezTo>
                  <a:cubicBezTo>
                    <a:pt x="14103" y="3609"/>
                    <a:pt x="13178" y="4289"/>
                    <a:pt x="12415" y="5201"/>
                  </a:cubicBezTo>
                  <a:cubicBezTo>
                    <a:pt x="11880" y="5841"/>
                    <a:pt x="11477" y="6562"/>
                    <a:pt x="11147" y="7322"/>
                  </a:cubicBezTo>
                  <a:cubicBezTo>
                    <a:pt x="11024" y="7606"/>
                    <a:pt x="10897" y="7888"/>
                    <a:pt x="10745" y="8164"/>
                  </a:cubicBezTo>
                  <a:cubicBezTo>
                    <a:pt x="10806" y="8187"/>
                    <a:pt x="10832" y="8134"/>
                    <a:pt x="10863" y="8107"/>
                  </a:cubicBezTo>
                  <a:cubicBezTo>
                    <a:pt x="11150" y="7838"/>
                    <a:pt x="11440" y="7574"/>
                    <a:pt x="11717" y="7295"/>
                  </a:cubicBezTo>
                  <a:cubicBezTo>
                    <a:pt x="12369" y="6635"/>
                    <a:pt x="13143" y="6181"/>
                    <a:pt x="14035" y="5904"/>
                  </a:cubicBezTo>
                  <a:cubicBezTo>
                    <a:pt x="15305" y="5505"/>
                    <a:pt x="16595" y="5225"/>
                    <a:pt x="17931" y="5184"/>
                  </a:cubicBezTo>
                  <a:cubicBezTo>
                    <a:pt x="18026" y="5181"/>
                    <a:pt x="18049" y="5153"/>
                    <a:pt x="18038" y="5065"/>
                  </a:cubicBezTo>
                  <a:cubicBezTo>
                    <a:pt x="18020" y="4887"/>
                    <a:pt x="18015" y="4706"/>
                    <a:pt x="18027" y="4527"/>
                  </a:cubicBezTo>
                  <a:cubicBezTo>
                    <a:pt x="18035" y="4379"/>
                    <a:pt x="18084" y="4353"/>
                    <a:pt x="18222" y="4421"/>
                  </a:cubicBezTo>
                  <a:cubicBezTo>
                    <a:pt x="18339" y="4479"/>
                    <a:pt x="18428" y="4570"/>
                    <a:pt x="18517" y="4664"/>
                  </a:cubicBezTo>
                  <a:cubicBezTo>
                    <a:pt x="18924" y="5084"/>
                    <a:pt x="19351" y="5485"/>
                    <a:pt x="19795" y="5864"/>
                  </a:cubicBezTo>
                  <a:cubicBezTo>
                    <a:pt x="20060" y="6092"/>
                    <a:pt x="20337" y="6304"/>
                    <a:pt x="20641" y="6482"/>
                  </a:cubicBezTo>
                  <a:cubicBezTo>
                    <a:pt x="20716" y="6526"/>
                    <a:pt x="20768" y="6595"/>
                    <a:pt x="20862" y="6621"/>
                  </a:cubicBezTo>
                  <a:cubicBezTo>
                    <a:pt x="20951" y="6647"/>
                    <a:pt x="20938" y="6730"/>
                    <a:pt x="20877" y="6782"/>
                  </a:cubicBezTo>
                  <a:cubicBezTo>
                    <a:pt x="20492" y="7101"/>
                    <a:pt x="20165" y="7488"/>
                    <a:pt x="19715" y="7730"/>
                  </a:cubicBezTo>
                  <a:cubicBezTo>
                    <a:pt x="19183" y="8016"/>
                    <a:pt x="18746" y="8428"/>
                    <a:pt x="18250" y="8765"/>
                  </a:cubicBezTo>
                  <a:cubicBezTo>
                    <a:pt x="18216" y="8788"/>
                    <a:pt x="18187" y="8815"/>
                    <a:pt x="18153" y="8835"/>
                  </a:cubicBezTo>
                  <a:cubicBezTo>
                    <a:pt x="17974" y="8941"/>
                    <a:pt x="17855" y="8887"/>
                    <a:pt x="17826" y="8683"/>
                  </a:cubicBezTo>
                  <a:cubicBezTo>
                    <a:pt x="17795" y="8474"/>
                    <a:pt x="17802" y="8263"/>
                    <a:pt x="17826" y="8052"/>
                  </a:cubicBezTo>
                  <a:cubicBezTo>
                    <a:pt x="17838" y="7934"/>
                    <a:pt x="17795" y="7923"/>
                    <a:pt x="17693" y="7937"/>
                  </a:cubicBezTo>
                  <a:cubicBezTo>
                    <a:pt x="16326" y="8137"/>
                    <a:pt x="15073" y="8619"/>
                    <a:pt x="13942" y="9405"/>
                  </a:cubicBezTo>
                  <a:cubicBezTo>
                    <a:pt x="13634" y="9619"/>
                    <a:pt x="13337" y="9844"/>
                    <a:pt x="13042" y="10072"/>
                  </a:cubicBezTo>
                  <a:cubicBezTo>
                    <a:pt x="12752" y="10293"/>
                    <a:pt x="12465" y="10519"/>
                    <a:pt x="12159" y="10721"/>
                  </a:cubicBezTo>
                  <a:cubicBezTo>
                    <a:pt x="12079" y="10773"/>
                    <a:pt x="12085" y="10812"/>
                    <a:pt x="12154" y="10859"/>
                  </a:cubicBezTo>
                  <a:cubicBezTo>
                    <a:pt x="12283" y="10949"/>
                    <a:pt x="12418" y="11032"/>
                    <a:pt x="12552" y="11114"/>
                  </a:cubicBezTo>
                  <a:cubicBezTo>
                    <a:pt x="12953" y="11357"/>
                    <a:pt x="13389" y="11504"/>
                    <a:pt x="13826" y="11642"/>
                  </a:cubicBezTo>
                  <a:cubicBezTo>
                    <a:pt x="14381" y="11821"/>
                    <a:pt x="14933" y="12017"/>
                    <a:pt x="15511" y="12112"/>
                  </a:cubicBezTo>
                  <a:cubicBezTo>
                    <a:pt x="16106" y="12212"/>
                    <a:pt x="16707" y="12206"/>
                    <a:pt x="17309" y="12200"/>
                  </a:cubicBezTo>
                  <a:cubicBezTo>
                    <a:pt x="17522" y="12199"/>
                    <a:pt x="17737" y="12191"/>
                    <a:pt x="17947" y="12200"/>
                  </a:cubicBezTo>
                  <a:cubicBezTo>
                    <a:pt x="18049" y="12203"/>
                    <a:pt x="18081" y="12179"/>
                    <a:pt x="18081" y="12077"/>
                  </a:cubicBezTo>
                  <a:cubicBezTo>
                    <a:pt x="18083" y="11710"/>
                    <a:pt x="18116" y="11346"/>
                    <a:pt x="18167" y="10982"/>
                  </a:cubicBezTo>
                  <a:cubicBezTo>
                    <a:pt x="18173" y="10932"/>
                    <a:pt x="18167" y="10873"/>
                    <a:pt x="18230" y="10851"/>
                  </a:cubicBezTo>
                  <a:cubicBezTo>
                    <a:pt x="18296" y="10832"/>
                    <a:pt x="18322" y="10886"/>
                    <a:pt x="18356" y="10923"/>
                  </a:cubicBezTo>
                  <a:cubicBezTo>
                    <a:pt x="18698" y="11299"/>
                    <a:pt x="19088" y="11630"/>
                    <a:pt x="19457" y="11982"/>
                  </a:cubicBezTo>
                  <a:cubicBezTo>
                    <a:pt x="19702" y="12217"/>
                    <a:pt x="19928" y="12470"/>
                    <a:pt x="20146" y="12733"/>
                  </a:cubicBezTo>
                  <a:cubicBezTo>
                    <a:pt x="20287" y="12904"/>
                    <a:pt x="20487" y="13020"/>
                    <a:pt x="20647" y="13177"/>
                  </a:cubicBezTo>
                  <a:cubicBezTo>
                    <a:pt x="20820" y="13349"/>
                    <a:pt x="21009" y="13505"/>
                    <a:pt x="21199" y="13660"/>
                  </a:cubicBezTo>
                  <a:cubicBezTo>
                    <a:pt x="21281" y="13728"/>
                    <a:pt x="21342" y="13812"/>
                    <a:pt x="21410" y="13889"/>
                  </a:cubicBezTo>
                  <a:cubicBezTo>
                    <a:pt x="21453" y="13938"/>
                    <a:pt x="21434" y="13988"/>
                    <a:pt x="21396" y="14029"/>
                  </a:cubicBezTo>
                  <a:cubicBezTo>
                    <a:pt x="21210" y="14227"/>
                    <a:pt x="21041" y="14444"/>
                    <a:pt x="20840" y="14625"/>
                  </a:cubicBezTo>
                  <a:cubicBezTo>
                    <a:pt x="20237" y="15164"/>
                    <a:pt x="19653" y="15725"/>
                    <a:pt x="19015" y="16227"/>
                  </a:cubicBezTo>
                  <a:cubicBezTo>
                    <a:pt x="18906" y="16314"/>
                    <a:pt x="18815" y="16423"/>
                    <a:pt x="18712" y="16520"/>
                  </a:cubicBezTo>
                  <a:cubicBezTo>
                    <a:pt x="18625" y="16602"/>
                    <a:pt x="18534" y="16682"/>
                    <a:pt x="18419" y="16725"/>
                  </a:cubicBezTo>
                  <a:cubicBezTo>
                    <a:pt x="18256" y="16789"/>
                    <a:pt x="18138" y="16725"/>
                    <a:pt x="18107" y="16556"/>
                  </a:cubicBezTo>
                  <a:cubicBezTo>
                    <a:pt x="18076" y="16379"/>
                    <a:pt x="18124" y="16207"/>
                    <a:pt x="18152" y="16034"/>
                  </a:cubicBezTo>
                  <a:cubicBezTo>
                    <a:pt x="18173" y="15895"/>
                    <a:pt x="18216" y="15758"/>
                    <a:pt x="18210" y="15626"/>
                  </a:cubicBezTo>
                  <a:cubicBezTo>
                    <a:pt x="17218" y="16009"/>
                    <a:pt x="16225" y="15963"/>
                    <a:pt x="15239" y="15638"/>
                  </a:cubicBezTo>
                  <a:cubicBezTo>
                    <a:pt x="14663" y="15449"/>
                    <a:pt x="14094" y="15233"/>
                    <a:pt x="13527" y="15016"/>
                  </a:cubicBezTo>
                  <a:cubicBezTo>
                    <a:pt x="13023" y="14824"/>
                    <a:pt x="12534" y="14596"/>
                    <a:pt x="12130" y="14223"/>
                  </a:cubicBezTo>
                  <a:cubicBezTo>
                    <a:pt x="12124" y="14236"/>
                    <a:pt x="12118" y="14244"/>
                    <a:pt x="12119" y="14252"/>
                  </a:cubicBezTo>
                  <a:cubicBezTo>
                    <a:pt x="12349" y="14974"/>
                    <a:pt x="12612" y="15682"/>
                    <a:pt x="13045" y="16318"/>
                  </a:cubicBezTo>
                  <a:cubicBezTo>
                    <a:pt x="13203" y="16550"/>
                    <a:pt x="13389" y="16758"/>
                    <a:pt x="13587" y="16958"/>
                  </a:cubicBezTo>
                  <a:cubicBezTo>
                    <a:pt x="13912" y="17288"/>
                    <a:pt x="14321" y="17470"/>
                    <a:pt x="14745" y="17632"/>
                  </a:cubicBezTo>
                  <a:cubicBezTo>
                    <a:pt x="15753" y="18021"/>
                    <a:pt x="16807" y="18165"/>
                    <a:pt x="17881" y="18175"/>
                  </a:cubicBezTo>
                  <a:cubicBezTo>
                    <a:pt x="18099" y="18177"/>
                    <a:pt x="18316" y="18171"/>
                    <a:pt x="18534" y="18171"/>
                  </a:cubicBezTo>
                  <a:cubicBezTo>
                    <a:pt x="18609" y="18171"/>
                    <a:pt x="18632" y="18154"/>
                    <a:pt x="18598" y="18074"/>
                  </a:cubicBezTo>
                  <a:cubicBezTo>
                    <a:pt x="18476" y="17782"/>
                    <a:pt x="18468" y="17479"/>
                    <a:pt x="18509" y="17169"/>
                  </a:cubicBezTo>
                  <a:cubicBezTo>
                    <a:pt x="18516" y="17119"/>
                    <a:pt x="18520" y="17063"/>
                    <a:pt x="18583" y="17043"/>
                  </a:cubicBezTo>
                  <a:cubicBezTo>
                    <a:pt x="18644" y="17024"/>
                    <a:pt x="18680" y="17068"/>
                    <a:pt x="18718" y="17101"/>
                  </a:cubicBezTo>
                  <a:cubicBezTo>
                    <a:pt x="19245" y="17594"/>
                    <a:pt x="19808" y="18036"/>
                    <a:pt x="20447" y="18377"/>
                  </a:cubicBezTo>
                  <a:cubicBezTo>
                    <a:pt x="20651" y="18488"/>
                    <a:pt x="20860" y="18593"/>
                    <a:pt x="21069" y="18696"/>
                  </a:cubicBezTo>
                  <a:cubicBezTo>
                    <a:pt x="21275" y="18799"/>
                    <a:pt x="21420" y="18969"/>
                    <a:pt x="21557" y="19146"/>
                  </a:cubicBezTo>
                  <a:cubicBezTo>
                    <a:pt x="21594" y="19196"/>
                    <a:pt x="21582" y="19243"/>
                    <a:pt x="21530" y="19280"/>
                  </a:cubicBezTo>
                  <a:cubicBezTo>
                    <a:pt x="21064" y="19612"/>
                    <a:pt x="20673" y="20031"/>
                    <a:pt x="20217" y="20371"/>
                  </a:cubicBezTo>
                  <a:cubicBezTo>
                    <a:pt x="19933" y="20583"/>
                    <a:pt x="19693" y="20841"/>
                    <a:pt x="19434" y="21082"/>
                  </a:cubicBezTo>
                  <a:cubicBezTo>
                    <a:pt x="19300" y="21208"/>
                    <a:pt x="19157" y="21325"/>
                    <a:pt x="19021" y="21450"/>
                  </a:cubicBezTo>
                  <a:cubicBezTo>
                    <a:pt x="18935" y="21527"/>
                    <a:pt x="18872" y="21503"/>
                    <a:pt x="18815" y="21418"/>
                  </a:cubicBezTo>
                  <a:cubicBezTo>
                    <a:pt x="18755" y="21330"/>
                    <a:pt x="18732" y="21228"/>
                    <a:pt x="18718" y="21123"/>
                  </a:cubicBezTo>
                  <a:cubicBezTo>
                    <a:pt x="18704" y="20993"/>
                    <a:pt x="18698" y="20862"/>
                    <a:pt x="18717" y="20730"/>
                  </a:cubicBezTo>
                  <a:cubicBezTo>
                    <a:pt x="18729" y="20641"/>
                    <a:pt x="18695" y="20633"/>
                    <a:pt x="18618" y="20645"/>
                  </a:cubicBezTo>
                  <a:cubicBezTo>
                    <a:pt x="18083" y="20746"/>
                    <a:pt x="17541" y="20784"/>
                    <a:pt x="16994" y="20777"/>
                  </a:cubicBezTo>
                  <a:cubicBezTo>
                    <a:pt x="15489" y="20759"/>
                    <a:pt x="14058" y="20460"/>
                    <a:pt x="12755" y="19682"/>
                  </a:cubicBezTo>
                  <a:cubicBezTo>
                    <a:pt x="12460" y="19506"/>
                    <a:pt x="12176" y="19316"/>
                    <a:pt x="11915" y="19098"/>
                  </a:cubicBezTo>
                  <a:cubicBezTo>
                    <a:pt x="10760" y="18133"/>
                    <a:pt x="9778" y="17028"/>
                    <a:pt x="9090" y="15681"/>
                  </a:cubicBezTo>
                  <a:cubicBezTo>
                    <a:pt x="8810" y="15136"/>
                    <a:pt x="8479" y="14613"/>
                    <a:pt x="8033" y="14174"/>
                  </a:cubicBezTo>
                  <a:cubicBezTo>
                    <a:pt x="7743" y="13887"/>
                    <a:pt x="7401" y="13687"/>
                    <a:pt x="7009" y="13564"/>
                  </a:cubicBezTo>
                  <a:cubicBezTo>
                    <a:pt x="6799" y="13498"/>
                    <a:pt x="6578" y="13490"/>
                    <a:pt x="6364" y="13481"/>
                  </a:cubicBezTo>
                  <a:cubicBezTo>
                    <a:pt x="5277" y="13432"/>
                    <a:pt x="4190" y="13408"/>
                    <a:pt x="3102" y="13422"/>
                  </a:cubicBezTo>
                  <a:cubicBezTo>
                    <a:pt x="2458" y="13429"/>
                    <a:pt x="1826" y="13517"/>
                    <a:pt x="1190" y="13601"/>
                  </a:cubicBezTo>
                  <a:cubicBezTo>
                    <a:pt x="998" y="13625"/>
                    <a:pt x="805" y="13631"/>
                    <a:pt x="611" y="13611"/>
                  </a:cubicBezTo>
                  <a:cubicBezTo>
                    <a:pt x="329" y="13581"/>
                    <a:pt x="237" y="13482"/>
                    <a:pt x="227" y="13205"/>
                  </a:cubicBezTo>
                  <a:cubicBezTo>
                    <a:pt x="224" y="13076"/>
                    <a:pt x="224" y="12948"/>
                    <a:pt x="241" y="12822"/>
                  </a:cubicBezTo>
                  <a:cubicBezTo>
                    <a:pt x="309" y="12338"/>
                    <a:pt x="272" y="11853"/>
                    <a:pt x="240" y="11369"/>
                  </a:cubicBezTo>
                  <a:cubicBezTo>
                    <a:pt x="143" y="9920"/>
                    <a:pt x="80" y="8468"/>
                    <a:pt x="146" y="7014"/>
                  </a:cubicBezTo>
                  <a:cubicBezTo>
                    <a:pt x="149" y="6950"/>
                    <a:pt x="163" y="6882"/>
                    <a:pt x="60" y="6864"/>
                  </a:cubicBezTo>
                  <a:cubicBezTo>
                    <a:pt x="9" y="6855"/>
                    <a:pt x="-6" y="6797"/>
                    <a:pt x="2" y="6746"/>
                  </a:cubicBezTo>
                  <a:cubicBezTo>
                    <a:pt x="8" y="6702"/>
                    <a:pt x="34" y="6671"/>
                    <a:pt x="78" y="6668"/>
                  </a:cubicBezTo>
                  <a:cubicBezTo>
                    <a:pt x="117" y="6667"/>
                    <a:pt x="144" y="6653"/>
                    <a:pt x="169" y="6621"/>
                  </a:cubicBezTo>
                  <a:cubicBezTo>
                    <a:pt x="197" y="6588"/>
                    <a:pt x="244" y="6588"/>
                    <a:pt x="261" y="6624"/>
                  </a:cubicBezTo>
                  <a:cubicBezTo>
                    <a:pt x="295" y="6700"/>
                    <a:pt x="358" y="6685"/>
                    <a:pt x="415" y="6686"/>
                  </a:cubicBezTo>
                  <a:cubicBezTo>
                    <a:pt x="1921" y="6758"/>
                    <a:pt x="3429" y="6730"/>
                    <a:pt x="4935" y="6726"/>
                  </a:cubicBezTo>
                  <a:cubicBezTo>
                    <a:pt x="5415" y="6724"/>
                    <a:pt x="5895" y="6729"/>
                    <a:pt x="6374" y="6732"/>
                  </a:cubicBezTo>
                  <a:cubicBezTo>
                    <a:pt x="6421" y="6732"/>
                    <a:pt x="6469" y="6727"/>
                    <a:pt x="6503" y="6779"/>
                  </a:cubicBezTo>
                  <a:cubicBezTo>
                    <a:pt x="6538" y="6834"/>
                    <a:pt x="6599" y="6791"/>
                    <a:pt x="6648" y="6800"/>
                  </a:cubicBezTo>
                  <a:cubicBezTo>
                    <a:pt x="6681" y="6793"/>
                    <a:pt x="6713" y="6779"/>
                    <a:pt x="6736" y="6820"/>
                  </a:cubicBezTo>
                  <a:cubicBezTo>
                    <a:pt x="6710" y="6914"/>
                    <a:pt x="6630" y="6905"/>
                    <a:pt x="6559" y="6908"/>
                  </a:cubicBezTo>
                  <a:cubicBezTo>
                    <a:pt x="6358" y="6917"/>
                    <a:pt x="6156" y="6922"/>
                    <a:pt x="5956" y="6926"/>
                  </a:cubicBezTo>
                  <a:cubicBezTo>
                    <a:pt x="5643" y="6937"/>
                    <a:pt x="5328" y="6950"/>
                    <a:pt x="5015" y="6961"/>
                  </a:cubicBezTo>
                  <a:cubicBezTo>
                    <a:pt x="3934" y="6999"/>
                    <a:pt x="2856" y="7017"/>
                    <a:pt x="1777" y="7002"/>
                  </a:cubicBezTo>
                  <a:cubicBezTo>
                    <a:pt x="1407" y="6996"/>
                    <a:pt x="1037" y="6996"/>
                    <a:pt x="667" y="6961"/>
                  </a:cubicBezTo>
                  <a:cubicBezTo>
                    <a:pt x="381" y="6935"/>
                    <a:pt x="352" y="6963"/>
                    <a:pt x="352" y="7245"/>
                  </a:cubicBezTo>
                  <a:cubicBezTo>
                    <a:pt x="352" y="7840"/>
                    <a:pt x="341" y="8431"/>
                    <a:pt x="356" y="9026"/>
                  </a:cubicBezTo>
                  <a:cubicBezTo>
                    <a:pt x="369" y="9559"/>
                    <a:pt x="375" y="10091"/>
                    <a:pt x="404" y="10624"/>
                  </a:cubicBezTo>
                  <a:cubicBezTo>
                    <a:pt x="445" y="11337"/>
                    <a:pt x="491" y="12052"/>
                    <a:pt x="590" y="12762"/>
                  </a:cubicBezTo>
                  <a:cubicBezTo>
                    <a:pt x="607" y="12879"/>
                    <a:pt x="591" y="13000"/>
                    <a:pt x="596" y="13120"/>
                  </a:cubicBezTo>
                  <a:cubicBezTo>
                    <a:pt x="602" y="13290"/>
                    <a:pt x="670" y="13356"/>
                    <a:pt x="843" y="13361"/>
                  </a:cubicBezTo>
                  <a:cubicBezTo>
                    <a:pt x="1064" y="13369"/>
                    <a:pt x="1284" y="13331"/>
                    <a:pt x="1505" y="13308"/>
                  </a:cubicBezTo>
                  <a:cubicBezTo>
                    <a:pt x="1784" y="13281"/>
                    <a:pt x="2067" y="13262"/>
                    <a:pt x="2348" y="13249"/>
                  </a:cubicBezTo>
                  <a:cubicBezTo>
                    <a:pt x="3333" y="13200"/>
                    <a:pt x="4321" y="13209"/>
                    <a:pt x="5308" y="13227"/>
                  </a:cubicBezTo>
                  <a:cubicBezTo>
                    <a:pt x="5713" y="13235"/>
                    <a:pt x="6123" y="13209"/>
                    <a:pt x="6526" y="13275"/>
                  </a:cubicBezTo>
                  <a:cubicBezTo>
                    <a:pt x="6871" y="13329"/>
                    <a:pt x="7230" y="13306"/>
                    <a:pt x="7559" y="13481"/>
                  </a:cubicBezTo>
                  <a:cubicBezTo>
                    <a:pt x="8161" y="13803"/>
                    <a:pt x="8629" y="14250"/>
                    <a:pt x="8955" y="14845"/>
                  </a:cubicBezTo>
                  <a:cubicBezTo>
                    <a:pt x="9148" y="15198"/>
                    <a:pt x="9323" y="15564"/>
                    <a:pt x="9533" y="15907"/>
                  </a:cubicBezTo>
                  <a:cubicBezTo>
                    <a:pt x="9885" y="16481"/>
                    <a:pt x="10301" y="17009"/>
                    <a:pt x="10731" y="17524"/>
                  </a:cubicBezTo>
                  <a:cubicBezTo>
                    <a:pt x="10986" y="17832"/>
                    <a:pt x="11256" y="18125"/>
                    <a:pt x="11546" y="18403"/>
                  </a:cubicBezTo>
                  <a:cubicBezTo>
                    <a:pt x="12595" y="19406"/>
                    <a:pt x="13817" y="20067"/>
                    <a:pt x="15276" y="20269"/>
                  </a:cubicBezTo>
                  <a:cubicBezTo>
                    <a:pt x="15680" y="20324"/>
                    <a:pt x="16082" y="20371"/>
                    <a:pt x="16489" y="20392"/>
                  </a:cubicBezTo>
                  <a:cubicBezTo>
                    <a:pt x="17206" y="20432"/>
                    <a:pt x="17923" y="20403"/>
                    <a:pt x="18640" y="20410"/>
                  </a:cubicBezTo>
                  <a:cubicBezTo>
                    <a:pt x="18892" y="20413"/>
                    <a:pt x="18892" y="20406"/>
                    <a:pt x="18913" y="20644"/>
                  </a:cubicBezTo>
                  <a:cubicBezTo>
                    <a:pt x="18925" y="20764"/>
                    <a:pt x="18945" y="20881"/>
                    <a:pt x="18952" y="21001"/>
                  </a:cubicBezTo>
                  <a:cubicBezTo>
                    <a:pt x="18958" y="21119"/>
                    <a:pt x="19015" y="21142"/>
                    <a:pt x="19122" y="21081"/>
                  </a:cubicBezTo>
                  <a:cubicBezTo>
                    <a:pt x="19271" y="20996"/>
                    <a:pt x="19389" y="20875"/>
                    <a:pt x="19489" y="20740"/>
                  </a:cubicBezTo>
                  <a:cubicBezTo>
                    <a:pt x="19744" y="20394"/>
                    <a:pt x="20102" y="20164"/>
                    <a:pt x="20436" y="19913"/>
                  </a:cubicBezTo>
                  <a:cubicBezTo>
                    <a:pt x="20665" y="19741"/>
                    <a:pt x="20885" y="19562"/>
                    <a:pt x="21083" y="19357"/>
                  </a:cubicBezTo>
                  <a:cubicBezTo>
                    <a:pt x="21199" y="19236"/>
                    <a:pt x="21199" y="19196"/>
                    <a:pt x="21064" y="19090"/>
                  </a:cubicBezTo>
                  <a:cubicBezTo>
                    <a:pt x="20843" y="18916"/>
                    <a:pt x="20596" y="18779"/>
                    <a:pt x="20343" y="18655"/>
                  </a:cubicBezTo>
                  <a:cubicBezTo>
                    <a:pt x="19793" y="18388"/>
                    <a:pt x="19309" y="18037"/>
                    <a:pt x="18887" y="17603"/>
                  </a:cubicBezTo>
                  <a:cubicBezTo>
                    <a:pt x="18852" y="17567"/>
                    <a:pt x="18818" y="17502"/>
                    <a:pt x="18764" y="17520"/>
                  </a:cubicBezTo>
                  <a:cubicBezTo>
                    <a:pt x="18700" y="17543"/>
                    <a:pt x="18734" y="17618"/>
                    <a:pt x="18729" y="17669"/>
                  </a:cubicBezTo>
                  <a:cubicBezTo>
                    <a:pt x="18715" y="17825"/>
                    <a:pt x="18760" y="17978"/>
                    <a:pt x="18752" y="18134"/>
                  </a:cubicBezTo>
                  <a:cubicBezTo>
                    <a:pt x="18747" y="18239"/>
                    <a:pt x="18706" y="18295"/>
                    <a:pt x="18602" y="18315"/>
                  </a:cubicBezTo>
                  <a:cubicBezTo>
                    <a:pt x="18450" y="18345"/>
                    <a:pt x="18299" y="18363"/>
                    <a:pt x="18145" y="18373"/>
                  </a:cubicBezTo>
                  <a:cubicBezTo>
                    <a:pt x="16891" y="18456"/>
                    <a:pt x="15681" y="18283"/>
                    <a:pt x="14530" y="17764"/>
                  </a:cubicBezTo>
                  <a:cubicBezTo>
                    <a:pt x="13869" y="17465"/>
                    <a:pt x="13297" y="17056"/>
                    <a:pt x="12865" y="16473"/>
                  </a:cubicBezTo>
                  <a:cubicBezTo>
                    <a:pt x="12504" y="15984"/>
                    <a:pt x="12286" y="15426"/>
                    <a:pt x="12105" y="14856"/>
                  </a:cubicBezTo>
                  <a:cubicBezTo>
                    <a:pt x="11942" y="14340"/>
                    <a:pt x="11778" y="13822"/>
                    <a:pt x="11556" y="13328"/>
                  </a:cubicBezTo>
                  <a:cubicBezTo>
                    <a:pt x="11365" y="12906"/>
                    <a:pt x="11221" y="12464"/>
                    <a:pt x="11086" y="12023"/>
                  </a:cubicBezTo>
                  <a:cubicBezTo>
                    <a:pt x="10987" y="11698"/>
                    <a:pt x="10877" y="11378"/>
                    <a:pt x="10677" y="11100"/>
                  </a:cubicBezTo>
                  <a:cubicBezTo>
                    <a:pt x="10359" y="10663"/>
                    <a:pt x="9903" y="10425"/>
                    <a:pt x="9389" y="10289"/>
                  </a:cubicBezTo>
                  <a:cubicBezTo>
                    <a:pt x="9018" y="10190"/>
                    <a:pt x="8640" y="10140"/>
                    <a:pt x="8253" y="10137"/>
                  </a:cubicBezTo>
                  <a:cubicBezTo>
                    <a:pt x="7894" y="10135"/>
                    <a:pt x="7536" y="10137"/>
                    <a:pt x="7180" y="10176"/>
                  </a:cubicBezTo>
                  <a:cubicBezTo>
                    <a:pt x="7157" y="10179"/>
                    <a:pt x="7132" y="10179"/>
                    <a:pt x="7108" y="10175"/>
                  </a:cubicBezTo>
                  <a:cubicBezTo>
                    <a:pt x="7069" y="10164"/>
                    <a:pt x="7043" y="10141"/>
                    <a:pt x="7045" y="10099"/>
                  </a:cubicBezTo>
                  <a:cubicBezTo>
                    <a:pt x="7046" y="10062"/>
                    <a:pt x="7071" y="10046"/>
                    <a:pt x="7104" y="10035"/>
                  </a:cubicBezTo>
                  <a:cubicBezTo>
                    <a:pt x="7111" y="10032"/>
                    <a:pt x="7117" y="10031"/>
                    <a:pt x="7123" y="10031"/>
                  </a:cubicBezTo>
                  <a:cubicBezTo>
                    <a:pt x="7100" y="10031"/>
                    <a:pt x="7077" y="10032"/>
                    <a:pt x="7054" y="10035"/>
                  </a:cubicBezTo>
                  <a:cubicBezTo>
                    <a:pt x="6977" y="10041"/>
                    <a:pt x="6899" y="10035"/>
                    <a:pt x="6893" y="9936"/>
                  </a:cubicBezTo>
                  <a:cubicBezTo>
                    <a:pt x="6889" y="9844"/>
                    <a:pt x="6968" y="9832"/>
                    <a:pt x="7040" y="9833"/>
                  </a:cubicBezTo>
                  <a:cubicBezTo>
                    <a:pt x="7310" y="9838"/>
                    <a:pt x="7579" y="9814"/>
                    <a:pt x="7848" y="9785"/>
                  </a:cubicBezTo>
                  <a:cubicBezTo>
                    <a:pt x="8322" y="9727"/>
                    <a:pt x="8783" y="9615"/>
                    <a:pt x="9209" y="9392"/>
                  </a:cubicBezTo>
                  <a:cubicBezTo>
                    <a:pt x="9753" y="9107"/>
                    <a:pt x="10145" y="8670"/>
                    <a:pt x="10459" y="8160"/>
                  </a:cubicBezTo>
                  <a:cubicBezTo>
                    <a:pt x="10742" y="7703"/>
                    <a:pt x="10954" y="7211"/>
                    <a:pt x="11187" y="6730"/>
                  </a:cubicBezTo>
                  <a:cubicBezTo>
                    <a:pt x="11508" y="6069"/>
                    <a:pt x="11843" y="5415"/>
                    <a:pt x="12314" y="4843"/>
                  </a:cubicBezTo>
                  <a:cubicBezTo>
                    <a:pt x="12828" y="4219"/>
                    <a:pt x="13472" y="3764"/>
                    <a:pt x="14209" y="3433"/>
                  </a:cubicBezTo>
                  <a:cubicBezTo>
                    <a:pt x="14766" y="3183"/>
                    <a:pt x="15348" y="3016"/>
                    <a:pt x="15958" y="2943"/>
                  </a:cubicBezTo>
                  <a:cubicBezTo>
                    <a:pt x="16366" y="2895"/>
                    <a:pt x="16774" y="2854"/>
                    <a:pt x="17186" y="2898"/>
                  </a:cubicBezTo>
                  <a:cubicBezTo>
                    <a:pt x="17398" y="2921"/>
                    <a:pt x="17613" y="2901"/>
                    <a:pt x="17823" y="2931"/>
                  </a:cubicBezTo>
                  <a:cubicBezTo>
                    <a:pt x="17975" y="2952"/>
                    <a:pt x="18009" y="2983"/>
                    <a:pt x="18020" y="3128"/>
                  </a:cubicBezTo>
                  <a:cubicBezTo>
                    <a:pt x="18030" y="3263"/>
                    <a:pt x="18020" y="3399"/>
                    <a:pt x="18046" y="3534"/>
                  </a:cubicBezTo>
                  <a:cubicBezTo>
                    <a:pt x="18069" y="3663"/>
                    <a:pt x="18078" y="3673"/>
                    <a:pt x="18193" y="3591"/>
                  </a:cubicBezTo>
                  <a:cubicBezTo>
                    <a:pt x="18394" y="3452"/>
                    <a:pt x="18588" y="3300"/>
                    <a:pt x="18797" y="3172"/>
                  </a:cubicBezTo>
                  <a:cubicBezTo>
                    <a:pt x="19266" y="2883"/>
                    <a:pt x="19607" y="2458"/>
                    <a:pt x="19997" y="2086"/>
                  </a:cubicBezTo>
                  <a:cubicBezTo>
                    <a:pt x="20051" y="2035"/>
                    <a:pt x="20054" y="1986"/>
                    <a:pt x="20000" y="1933"/>
                  </a:cubicBezTo>
                  <a:cubicBezTo>
                    <a:pt x="19543" y="1475"/>
                    <a:pt x="19147" y="954"/>
                    <a:pt x="18603" y="585"/>
                  </a:cubicBezTo>
                  <a:cubicBezTo>
                    <a:pt x="18535" y="540"/>
                    <a:pt x="18485" y="475"/>
                    <a:pt x="18422" y="428"/>
                  </a:cubicBezTo>
                  <a:cubicBezTo>
                    <a:pt x="18351" y="375"/>
                    <a:pt x="18299" y="391"/>
                    <a:pt x="18282" y="476"/>
                  </a:cubicBezTo>
                  <a:cubicBezTo>
                    <a:pt x="18262" y="572"/>
                    <a:pt x="18264" y="666"/>
                    <a:pt x="18304" y="757"/>
                  </a:cubicBezTo>
                  <a:cubicBezTo>
                    <a:pt x="18371" y="910"/>
                    <a:pt x="18319" y="997"/>
                    <a:pt x="18153" y="983"/>
                  </a:cubicBezTo>
                  <a:cubicBezTo>
                    <a:pt x="17835" y="959"/>
                    <a:pt x="17518" y="939"/>
                    <a:pt x="17201" y="927"/>
                  </a:cubicBezTo>
                  <a:cubicBezTo>
                    <a:pt x="16673" y="909"/>
                    <a:pt x="16148" y="865"/>
                    <a:pt x="15621" y="909"/>
                  </a:cubicBezTo>
                  <a:cubicBezTo>
                    <a:pt x="15343" y="930"/>
                    <a:pt x="15067" y="936"/>
                    <a:pt x="14789" y="962"/>
                  </a:cubicBezTo>
                  <a:cubicBezTo>
                    <a:pt x="13958" y="1036"/>
                    <a:pt x="13168" y="1252"/>
                    <a:pt x="12402" y="1572"/>
                  </a:cubicBezTo>
                  <a:cubicBezTo>
                    <a:pt x="11946" y="1761"/>
                    <a:pt x="11514" y="1989"/>
                    <a:pt x="11109" y="2267"/>
                  </a:cubicBezTo>
                  <a:cubicBezTo>
                    <a:pt x="10582" y="2629"/>
                    <a:pt x="10191" y="3109"/>
                    <a:pt x="9868" y="3649"/>
                  </a:cubicBezTo>
                  <a:cubicBezTo>
                    <a:pt x="9579" y="4134"/>
                    <a:pt x="9334" y="4638"/>
                    <a:pt x="9077" y="5142"/>
                  </a:cubicBezTo>
                  <a:cubicBezTo>
                    <a:pt x="8982" y="5330"/>
                    <a:pt x="8876" y="5514"/>
                    <a:pt x="8769" y="5696"/>
                  </a:cubicBezTo>
                  <a:cubicBezTo>
                    <a:pt x="8485" y="6171"/>
                    <a:pt x="8067" y="6477"/>
                    <a:pt x="7545" y="6655"/>
                  </a:cubicBezTo>
                  <a:cubicBezTo>
                    <a:pt x="7336" y="6726"/>
                    <a:pt x="7135" y="6822"/>
                    <a:pt x="6909" y="6843"/>
                  </a:cubicBezTo>
                  <a:cubicBezTo>
                    <a:pt x="6880" y="6828"/>
                    <a:pt x="6846" y="6814"/>
                    <a:pt x="6850" y="6768"/>
                  </a:cubicBezTo>
                  <a:close/>
                  <a:moveTo>
                    <a:pt x="7224" y="10034"/>
                  </a:moveTo>
                  <a:cubicBezTo>
                    <a:pt x="7206" y="10031"/>
                    <a:pt x="7186" y="10029"/>
                    <a:pt x="7166" y="10029"/>
                  </a:cubicBezTo>
                  <a:cubicBezTo>
                    <a:pt x="7186" y="10031"/>
                    <a:pt x="7206" y="10035"/>
                    <a:pt x="7224" y="10034"/>
                  </a:cubicBezTo>
                  <a:close/>
                </a:path>
              </a:pathLst>
            </a:custGeom>
            <a:solidFill>
              <a:srgbClr val="01010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形状">
              <a:extLst>
                <a:ext uri="{FF2B5EF4-FFF2-40B4-BE49-F238E27FC236}">
                  <a16:creationId xmlns:a16="http://schemas.microsoft.com/office/drawing/2014/main" id="{FF1FE523-72CA-C0A9-6A98-A4CA37AEDDA8}"/>
                </a:ext>
              </a:extLst>
            </p:cNvPr>
            <p:cNvSpPr/>
            <p:nvPr/>
          </p:nvSpPr>
          <p:spPr>
            <a:xfrm>
              <a:off x="5042361" y="6496362"/>
              <a:ext cx="105603" cy="41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556" extrusionOk="0">
                  <a:moveTo>
                    <a:pt x="6067" y="10800"/>
                  </a:moveTo>
                  <a:cubicBezTo>
                    <a:pt x="4126" y="9544"/>
                    <a:pt x="1942" y="8037"/>
                    <a:pt x="0" y="6781"/>
                  </a:cubicBezTo>
                  <a:cubicBezTo>
                    <a:pt x="5339" y="4521"/>
                    <a:pt x="10557" y="2260"/>
                    <a:pt x="15897" y="0"/>
                  </a:cubicBezTo>
                  <a:cubicBezTo>
                    <a:pt x="17717" y="1256"/>
                    <a:pt x="19780" y="2512"/>
                    <a:pt x="21600" y="3767"/>
                  </a:cubicBezTo>
                  <a:cubicBezTo>
                    <a:pt x="17596" y="19591"/>
                    <a:pt x="13227" y="21600"/>
                    <a:pt x="6067" y="10800"/>
                  </a:cubicBezTo>
                </a:path>
              </a:pathLst>
            </a:custGeom>
            <a:solidFill>
              <a:srgbClr val="3C3C3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形状">
              <a:extLst>
                <a:ext uri="{FF2B5EF4-FFF2-40B4-BE49-F238E27FC236}">
                  <a16:creationId xmlns:a16="http://schemas.microsoft.com/office/drawing/2014/main" id="{99F4E364-31F3-2FD8-ED60-0449DF346C67}"/>
                </a:ext>
              </a:extLst>
            </p:cNvPr>
            <p:cNvSpPr/>
            <p:nvPr/>
          </p:nvSpPr>
          <p:spPr>
            <a:xfrm>
              <a:off x="2606200" y="3982738"/>
              <a:ext cx="8033905" cy="8118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6" extrusionOk="0">
                  <a:moveTo>
                    <a:pt x="6615" y="6749"/>
                  </a:moveTo>
                  <a:cubicBezTo>
                    <a:pt x="6686" y="6747"/>
                    <a:pt x="6754" y="6735"/>
                    <a:pt x="6817" y="6705"/>
                  </a:cubicBezTo>
                  <a:cubicBezTo>
                    <a:pt x="7372" y="6547"/>
                    <a:pt x="7925" y="6388"/>
                    <a:pt x="8343" y="5959"/>
                  </a:cubicBezTo>
                  <a:cubicBezTo>
                    <a:pt x="8565" y="5728"/>
                    <a:pt x="8726" y="5455"/>
                    <a:pt x="8873" y="5175"/>
                  </a:cubicBezTo>
                  <a:cubicBezTo>
                    <a:pt x="9105" y="4727"/>
                    <a:pt x="9347" y="4283"/>
                    <a:pt x="9568" y="3830"/>
                  </a:cubicBezTo>
                  <a:cubicBezTo>
                    <a:pt x="10166" y="2606"/>
                    <a:pt x="11142" y="1810"/>
                    <a:pt x="12393" y="1290"/>
                  </a:cubicBezTo>
                  <a:cubicBezTo>
                    <a:pt x="13584" y="795"/>
                    <a:pt x="14818" y="591"/>
                    <a:pt x="16099" y="586"/>
                  </a:cubicBezTo>
                  <a:cubicBezTo>
                    <a:pt x="16830" y="583"/>
                    <a:pt x="17562" y="622"/>
                    <a:pt x="18293" y="672"/>
                  </a:cubicBezTo>
                  <a:cubicBezTo>
                    <a:pt x="18326" y="674"/>
                    <a:pt x="18358" y="678"/>
                    <a:pt x="18391" y="677"/>
                  </a:cubicBezTo>
                  <a:cubicBezTo>
                    <a:pt x="18481" y="675"/>
                    <a:pt x="18511" y="624"/>
                    <a:pt x="18464" y="550"/>
                  </a:cubicBezTo>
                  <a:cubicBezTo>
                    <a:pt x="18358" y="388"/>
                    <a:pt x="18419" y="220"/>
                    <a:pt x="18451" y="56"/>
                  </a:cubicBezTo>
                  <a:cubicBezTo>
                    <a:pt x="18467" y="-24"/>
                    <a:pt x="18542" y="-7"/>
                    <a:pt x="18588" y="38"/>
                  </a:cubicBezTo>
                  <a:cubicBezTo>
                    <a:pt x="18921" y="377"/>
                    <a:pt x="19339" y="619"/>
                    <a:pt x="19652" y="978"/>
                  </a:cubicBezTo>
                  <a:cubicBezTo>
                    <a:pt x="19890" y="1251"/>
                    <a:pt x="20121" y="1531"/>
                    <a:pt x="20406" y="1757"/>
                  </a:cubicBezTo>
                  <a:cubicBezTo>
                    <a:pt x="20445" y="1788"/>
                    <a:pt x="20449" y="1809"/>
                    <a:pt x="20401" y="1838"/>
                  </a:cubicBezTo>
                  <a:cubicBezTo>
                    <a:pt x="20179" y="1980"/>
                    <a:pt x="20010" y="2177"/>
                    <a:pt x="19838" y="2370"/>
                  </a:cubicBezTo>
                  <a:cubicBezTo>
                    <a:pt x="19692" y="2534"/>
                    <a:pt x="19534" y="2684"/>
                    <a:pt x="19356" y="2811"/>
                  </a:cubicBezTo>
                  <a:cubicBezTo>
                    <a:pt x="19012" y="3053"/>
                    <a:pt x="18668" y="3296"/>
                    <a:pt x="18320" y="3533"/>
                  </a:cubicBezTo>
                  <a:cubicBezTo>
                    <a:pt x="18192" y="3621"/>
                    <a:pt x="18186" y="3613"/>
                    <a:pt x="18181" y="3466"/>
                  </a:cubicBezTo>
                  <a:cubicBezTo>
                    <a:pt x="18173" y="3270"/>
                    <a:pt x="18142" y="3076"/>
                    <a:pt x="18154" y="2879"/>
                  </a:cubicBezTo>
                  <a:cubicBezTo>
                    <a:pt x="18161" y="2815"/>
                    <a:pt x="18107" y="2806"/>
                    <a:pt x="18061" y="2803"/>
                  </a:cubicBezTo>
                  <a:cubicBezTo>
                    <a:pt x="17161" y="2720"/>
                    <a:pt x="16266" y="2715"/>
                    <a:pt x="15383" y="2943"/>
                  </a:cubicBezTo>
                  <a:cubicBezTo>
                    <a:pt x="14203" y="3249"/>
                    <a:pt x="13177" y="3805"/>
                    <a:pt x="12393" y="4749"/>
                  </a:cubicBezTo>
                  <a:cubicBezTo>
                    <a:pt x="11974" y="5257"/>
                    <a:pt x="11665" y="5833"/>
                    <a:pt x="11377" y="6419"/>
                  </a:cubicBezTo>
                  <a:cubicBezTo>
                    <a:pt x="11154" y="6872"/>
                    <a:pt x="10937" y="7328"/>
                    <a:pt x="10711" y="7779"/>
                  </a:cubicBezTo>
                  <a:cubicBezTo>
                    <a:pt x="10476" y="8243"/>
                    <a:pt x="10181" y="8667"/>
                    <a:pt x="9792" y="9020"/>
                  </a:cubicBezTo>
                  <a:cubicBezTo>
                    <a:pt x="9228" y="9530"/>
                    <a:pt x="8543" y="9757"/>
                    <a:pt x="7801" y="9847"/>
                  </a:cubicBezTo>
                  <a:cubicBezTo>
                    <a:pt x="7503" y="9883"/>
                    <a:pt x="7206" y="9900"/>
                    <a:pt x="6908" y="9905"/>
                  </a:cubicBezTo>
                  <a:cubicBezTo>
                    <a:pt x="6875" y="9905"/>
                    <a:pt x="6820" y="9889"/>
                    <a:pt x="6818" y="9941"/>
                  </a:cubicBezTo>
                  <a:cubicBezTo>
                    <a:pt x="6815" y="9992"/>
                    <a:pt x="6870" y="9985"/>
                    <a:pt x="6905" y="9989"/>
                  </a:cubicBezTo>
                  <a:cubicBezTo>
                    <a:pt x="7034" y="10003"/>
                    <a:pt x="7165" y="10013"/>
                    <a:pt x="7296" y="10041"/>
                  </a:cubicBezTo>
                  <a:cubicBezTo>
                    <a:pt x="7187" y="10060"/>
                    <a:pt x="7080" y="10078"/>
                    <a:pt x="6962" y="10099"/>
                  </a:cubicBezTo>
                  <a:cubicBezTo>
                    <a:pt x="7004" y="10156"/>
                    <a:pt x="7052" y="10131"/>
                    <a:pt x="7091" y="10127"/>
                  </a:cubicBezTo>
                  <a:cubicBezTo>
                    <a:pt x="7815" y="10069"/>
                    <a:pt x="8539" y="10050"/>
                    <a:pt x="9251" y="10214"/>
                  </a:cubicBezTo>
                  <a:cubicBezTo>
                    <a:pt x="9502" y="10272"/>
                    <a:pt x="9745" y="10355"/>
                    <a:pt x="9975" y="10472"/>
                  </a:cubicBezTo>
                  <a:cubicBezTo>
                    <a:pt x="10497" y="10740"/>
                    <a:pt x="10855" y="11147"/>
                    <a:pt x="11034" y="11703"/>
                  </a:cubicBezTo>
                  <a:cubicBezTo>
                    <a:pt x="11274" y="12435"/>
                    <a:pt x="11518" y="13166"/>
                    <a:pt x="11831" y="13873"/>
                  </a:cubicBezTo>
                  <a:cubicBezTo>
                    <a:pt x="12020" y="14301"/>
                    <a:pt x="12127" y="14758"/>
                    <a:pt x="12274" y="15203"/>
                  </a:cubicBezTo>
                  <a:cubicBezTo>
                    <a:pt x="12386" y="15541"/>
                    <a:pt x="12531" y="15868"/>
                    <a:pt x="12691" y="16186"/>
                  </a:cubicBezTo>
                  <a:cubicBezTo>
                    <a:pt x="13086" y="16951"/>
                    <a:pt x="13712" y="17479"/>
                    <a:pt x="14471" y="17856"/>
                  </a:cubicBezTo>
                  <a:cubicBezTo>
                    <a:pt x="15569" y="18403"/>
                    <a:pt x="16739" y="18606"/>
                    <a:pt x="17959" y="18585"/>
                  </a:cubicBezTo>
                  <a:cubicBezTo>
                    <a:pt x="18216" y="18581"/>
                    <a:pt x="18470" y="18559"/>
                    <a:pt x="18724" y="18521"/>
                  </a:cubicBezTo>
                  <a:cubicBezTo>
                    <a:pt x="18903" y="18493"/>
                    <a:pt x="18907" y="18495"/>
                    <a:pt x="18902" y="18320"/>
                  </a:cubicBezTo>
                  <a:cubicBezTo>
                    <a:pt x="18896" y="18144"/>
                    <a:pt x="18881" y="17967"/>
                    <a:pt x="18872" y="17792"/>
                  </a:cubicBezTo>
                  <a:cubicBezTo>
                    <a:pt x="18869" y="17717"/>
                    <a:pt x="18872" y="17639"/>
                    <a:pt x="18872" y="17558"/>
                  </a:cubicBezTo>
                  <a:cubicBezTo>
                    <a:pt x="18941" y="17574"/>
                    <a:pt x="18965" y="17614"/>
                    <a:pt x="18995" y="17646"/>
                  </a:cubicBezTo>
                  <a:cubicBezTo>
                    <a:pt x="19496" y="18173"/>
                    <a:pt x="20067" y="18602"/>
                    <a:pt x="20729" y="18919"/>
                  </a:cubicBezTo>
                  <a:cubicBezTo>
                    <a:pt x="21008" y="19052"/>
                    <a:pt x="21273" y="19216"/>
                    <a:pt x="21508" y="19420"/>
                  </a:cubicBezTo>
                  <a:cubicBezTo>
                    <a:pt x="21576" y="19480"/>
                    <a:pt x="21590" y="19512"/>
                    <a:pt x="21513" y="19586"/>
                  </a:cubicBezTo>
                  <a:cubicBezTo>
                    <a:pt x="21160" y="19928"/>
                    <a:pt x="20780" y="20237"/>
                    <a:pt x="20376" y="20518"/>
                  </a:cubicBezTo>
                  <a:cubicBezTo>
                    <a:pt x="20158" y="20672"/>
                    <a:pt x="19966" y="20847"/>
                    <a:pt x="19804" y="21058"/>
                  </a:cubicBezTo>
                  <a:cubicBezTo>
                    <a:pt x="19633" y="21278"/>
                    <a:pt x="19435" y="21465"/>
                    <a:pt x="19162" y="21576"/>
                  </a:cubicBezTo>
                  <a:cubicBezTo>
                    <a:pt x="19135" y="21514"/>
                    <a:pt x="19104" y="21439"/>
                    <a:pt x="19108" y="21356"/>
                  </a:cubicBezTo>
                  <a:cubicBezTo>
                    <a:pt x="19121" y="21173"/>
                    <a:pt x="19033" y="20998"/>
                    <a:pt x="19075" y="20811"/>
                  </a:cubicBezTo>
                  <a:cubicBezTo>
                    <a:pt x="19085" y="20772"/>
                    <a:pt x="19041" y="20757"/>
                    <a:pt x="18996" y="20758"/>
                  </a:cubicBezTo>
                  <a:cubicBezTo>
                    <a:pt x="18106" y="20805"/>
                    <a:pt x="17212" y="20808"/>
                    <a:pt x="16321" y="20746"/>
                  </a:cubicBezTo>
                  <a:cubicBezTo>
                    <a:pt x="15738" y="20703"/>
                    <a:pt x="15160" y="20621"/>
                    <a:pt x="14594" y="20477"/>
                  </a:cubicBezTo>
                  <a:cubicBezTo>
                    <a:pt x="13612" y="20229"/>
                    <a:pt x="12745" y="19759"/>
                    <a:pt x="11985" y="19108"/>
                  </a:cubicBezTo>
                  <a:cubicBezTo>
                    <a:pt x="10799" y="18094"/>
                    <a:pt x="9847" y="16890"/>
                    <a:pt x="9112" y="15518"/>
                  </a:cubicBezTo>
                  <a:cubicBezTo>
                    <a:pt x="8966" y="15243"/>
                    <a:pt x="8826" y="14964"/>
                    <a:pt x="8652" y="14703"/>
                  </a:cubicBezTo>
                  <a:cubicBezTo>
                    <a:pt x="8313" y="14198"/>
                    <a:pt x="7851" y="13837"/>
                    <a:pt x="7298" y="13584"/>
                  </a:cubicBezTo>
                  <a:cubicBezTo>
                    <a:pt x="7187" y="13533"/>
                    <a:pt x="7074" y="13500"/>
                    <a:pt x="6951" y="13500"/>
                  </a:cubicBezTo>
                  <a:cubicBezTo>
                    <a:pt x="6697" y="13498"/>
                    <a:pt x="6448" y="13444"/>
                    <a:pt x="6197" y="13408"/>
                  </a:cubicBezTo>
                  <a:cubicBezTo>
                    <a:pt x="6128" y="13398"/>
                    <a:pt x="6054" y="13420"/>
                    <a:pt x="5980" y="13419"/>
                  </a:cubicBezTo>
                  <a:cubicBezTo>
                    <a:pt x="4622" y="13372"/>
                    <a:pt x="3265" y="13347"/>
                    <a:pt x="1909" y="13431"/>
                  </a:cubicBezTo>
                  <a:cubicBezTo>
                    <a:pt x="1551" y="13453"/>
                    <a:pt x="1191" y="13490"/>
                    <a:pt x="834" y="13517"/>
                  </a:cubicBezTo>
                  <a:cubicBezTo>
                    <a:pt x="723" y="13526"/>
                    <a:pt x="610" y="13533"/>
                    <a:pt x="499" y="13528"/>
                  </a:cubicBezTo>
                  <a:cubicBezTo>
                    <a:pt x="345" y="13522"/>
                    <a:pt x="272" y="13448"/>
                    <a:pt x="261" y="13297"/>
                  </a:cubicBezTo>
                  <a:cubicBezTo>
                    <a:pt x="119" y="11563"/>
                    <a:pt x="-10" y="9829"/>
                    <a:pt x="9" y="8087"/>
                  </a:cubicBezTo>
                  <a:cubicBezTo>
                    <a:pt x="12" y="7710"/>
                    <a:pt x="10" y="7333"/>
                    <a:pt x="1" y="6958"/>
                  </a:cubicBezTo>
                  <a:cubicBezTo>
                    <a:pt x="-4" y="6844"/>
                    <a:pt x="25" y="6813"/>
                    <a:pt x="141" y="6819"/>
                  </a:cubicBezTo>
                  <a:cubicBezTo>
                    <a:pt x="1245" y="6874"/>
                    <a:pt x="2350" y="6880"/>
                    <a:pt x="3455" y="6861"/>
                  </a:cubicBezTo>
                  <a:cubicBezTo>
                    <a:pt x="4299" y="6846"/>
                    <a:pt x="5144" y="6824"/>
                    <a:pt x="5988" y="6780"/>
                  </a:cubicBezTo>
                  <a:cubicBezTo>
                    <a:pt x="6194" y="6772"/>
                    <a:pt x="6407" y="6802"/>
                    <a:pt x="6615" y="6749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形状">
              <a:extLst>
                <a:ext uri="{FF2B5EF4-FFF2-40B4-BE49-F238E27FC236}">
                  <a16:creationId xmlns:a16="http://schemas.microsoft.com/office/drawing/2014/main" id="{4627CAA7-9205-A469-1A36-AA8E66A767C4}"/>
                </a:ext>
              </a:extLst>
            </p:cNvPr>
            <p:cNvSpPr/>
            <p:nvPr/>
          </p:nvSpPr>
          <p:spPr>
            <a:xfrm>
              <a:off x="7076356" y="8169251"/>
              <a:ext cx="3549112" cy="2108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0" h="21445" extrusionOk="0">
                  <a:moveTo>
                    <a:pt x="691" y="7704"/>
                  </a:moveTo>
                  <a:cubicBezTo>
                    <a:pt x="926" y="6204"/>
                    <a:pt x="933" y="4663"/>
                    <a:pt x="1030" y="3140"/>
                  </a:cubicBezTo>
                  <a:cubicBezTo>
                    <a:pt x="1072" y="2459"/>
                    <a:pt x="1122" y="1772"/>
                    <a:pt x="1244" y="1109"/>
                  </a:cubicBezTo>
                  <a:cubicBezTo>
                    <a:pt x="1269" y="977"/>
                    <a:pt x="1254" y="679"/>
                    <a:pt x="1401" y="792"/>
                  </a:cubicBezTo>
                  <a:cubicBezTo>
                    <a:pt x="1522" y="882"/>
                    <a:pt x="1754" y="906"/>
                    <a:pt x="1689" y="1300"/>
                  </a:cubicBezTo>
                  <a:cubicBezTo>
                    <a:pt x="1418" y="3038"/>
                    <a:pt x="1450" y="4848"/>
                    <a:pt x="1265" y="6604"/>
                  </a:cubicBezTo>
                  <a:cubicBezTo>
                    <a:pt x="1254" y="6706"/>
                    <a:pt x="1254" y="6819"/>
                    <a:pt x="1247" y="6933"/>
                  </a:cubicBezTo>
                  <a:cubicBezTo>
                    <a:pt x="1247" y="7142"/>
                    <a:pt x="1244" y="7351"/>
                    <a:pt x="1233" y="7560"/>
                  </a:cubicBezTo>
                  <a:cubicBezTo>
                    <a:pt x="1247" y="7447"/>
                    <a:pt x="1272" y="7339"/>
                    <a:pt x="1308" y="7232"/>
                  </a:cubicBezTo>
                  <a:cubicBezTo>
                    <a:pt x="1511" y="5852"/>
                    <a:pt x="1550" y="4442"/>
                    <a:pt x="1650" y="3044"/>
                  </a:cubicBezTo>
                  <a:cubicBezTo>
                    <a:pt x="1686" y="2560"/>
                    <a:pt x="1754" y="2088"/>
                    <a:pt x="1800" y="1605"/>
                  </a:cubicBezTo>
                  <a:cubicBezTo>
                    <a:pt x="1825" y="1300"/>
                    <a:pt x="1886" y="1240"/>
                    <a:pt x="2071" y="1378"/>
                  </a:cubicBezTo>
                  <a:cubicBezTo>
                    <a:pt x="4083" y="2865"/>
                    <a:pt x="6152" y="4030"/>
                    <a:pt x="8339" y="4544"/>
                  </a:cubicBezTo>
                  <a:cubicBezTo>
                    <a:pt x="9670" y="4860"/>
                    <a:pt x="11007" y="4860"/>
                    <a:pt x="12345" y="4872"/>
                  </a:cubicBezTo>
                  <a:cubicBezTo>
                    <a:pt x="12841" y="4878"/>
                    <a:pt x="13337" y="4872"/>
                    <a:pt x="13833" y="4890"/>
                  </a:cubicBezTo>
                  <a:cubicBezTo>
                    <a:pt x="13979" y="4902"/>
                    <a:pt x="14122" y="4860"/>
                    <a:pt x="14264" y="5093"/>
                  </a:cubicBezTo>
                  <a:cubicBezTo>
                    <a:pt x="14400" y="5326"/>
                    <a:pt x="14457" y="5045"/>
                    <a:pt x="14468" y="4818"/>
                  </a:cubicBezTo>
                  <a:cubicBezTo>
                    <a:pt x="14500" y="4113"/>
                    <a:pt x="14535" y="3415"/>
                    <a:pt x="14567" y="2710"/>
                  </a:cubicBezTo>
                  <a:lnTo>
                    <a:pt x="14685" y="320"/>
                  </a:lnTo>
                  <a:cubicBezTo>
                    <a:pt x="14689" y="213"/>
                    <a:pt x="14664" y="75"/>
                    <a:pt x="14732" y="22"/>
                  </a:cubicBezTo>
                  <a:cubicBezTo>
                    <a:pt x="14814" y="-50"/>
                    <a:pt x="14874" y="69"/>
                    <a:pt x="14928" y="147"/>
                  </a:cubicBezTo>
                  <a:cubicBezTo>
                    <a:pt x="15217" y="547"/>
                    <a:pt x="15470" y="1019"/>
                    <a:pt x="15716" y="1485"/>
                  </a:cubicBezTo>
                  <a:cubicBezTo>
                    <a:pt x="16312" y="2608"/>
                    <a:pt x="16883" y="3767"/>
                    <a:pt x="17564" y="4765"/>
                  </a:cubicBezTo>
                  <a:cubicBezTo>
                    <a:pt x="17810" y="5123"/>
                    <a:pt x="18024" y="5529"/>
                    <a:pt x="18199" y="6007"/>
                  </a:cubicBezTo>
                  <a:cubicBezTo>
                    <a:pt x="18363" y="6473"/>
                    <a:pt x="18623" y="6802"/>
                    <a:pt x="18880" y="7118"/>
                  </a:cubicBezTo>
                  <a:cubicBezTo>
                    <a:pt x="19704" y="8152"/>
                    <a:pt x="20418" y="9412"/>
                    <a:pt x="21260" y="10415"/>
                  </a:cubicBezTo>
                  <a:cubicBezTo>
                    <a:pt x="21335" y="10505"/>
                    <a:pt x="21392" y="10631"/>
                    <a:pt x="21463" y="10738"/>
                  </a:cubicBezTo>
                  <a:cubicBezTo>
                    <a:pt x="21584" y="10923"/>
                    <a:pt x="21595" y="11061"/>
                    <a:pt x="21477" y="11312"/>
                  </a:cubicBezTo>
                  <a:cubicBezTo>
                    <a:pt x="21096" y="12172"/>
                    <a:pt x="20625" y="12888"/>
                    <a:pt x="20157" y="13587"/>
                  </a:cubicBezTo>
                  <a:cubicBezTo>
                    <a:pt x="18466" y="16108"/>
                    <a:pt x="16836" y="18748"/>
                    <a:pt x="15081" y="21144"/>
                  </a:cubicBezTo>
                  <a:cubicBezTo>
                    <a:pt x="15038" y="21204"/>
                    <a:pt x="14992" y="21263"/>
                    <a:pt x="14953" y="21329"/>
                  </a:cubicBezTo>
                  <a:cubicBezTo>
                    <a:pt x="14806" y="21550"/>
                    <a:pt x="14732" y="21431"/>
                    <a:pt x="14714" y="21174"/>
                  </a:cubicBezTo>
                  <a:cubicBezTo>
                    <a:pt x="14682" y="20797"/>
                    <a:pt x="14653" y="20427"/>
                    <a:pt x="14646" y="20051"/>
                  </a:cubicBezTo>
                  <a:cubicBezTo>
                    <a:pt x="14628" y="19143"/>
                    <a:pt x="14628" y="18235"/>
                    <a:pt x="14578" y="17327"/>
                  </a:cubicBezTo>
                  <a:cubicBezTo>
                    <a:pt x="14546" y="16741"/>
                    <a:pt x="14450" y="16646"/>
                    <a:pt x="14139" y="16909"/>
                  </a:cubicBezTo>
                  <a:cubicBezTo>
                    <a:pt x="13108" y="17763"/>
                    <a:pt x="12003" y="17894"/>
                    <a:pt x="10882" y="17805"/>
                  </a:cubicBezTo>
                  <a:cubicBezTo>
                    <a:pt x="9562" y="17709"/>
                    <a:pt x="8293" y="17237"/>
                    <a:pt x="7051" y="16490"/>
                  </a:cubicBezTo>
                  <a:cubicBezTo>
                    <a:pt x="5671" y="15654"/>
                    <a:pt x="4244" y="15033"/>
                    <a:pt x="2885" y="14083"/>
                  </a:cubicBezTo>
                  <a:cubicBezTo>
                    <a:pt x="2175" y="13593"/>
                    <a:pt x="1483" y="13038"/>
                    <a:pt x="858" y="12273"/>
                  </a:cubicBezTo>
                  <a:cubicBezTo>
                    <a:pt x="594" y="11951"/>
                    <a:pt x="370" y="11544"/>
                    <a:pt x="148" y="11144"/>
                  </a:cubicBezTo>
                  <a:cubicBezTo>
                    <a:pt x="-5" y="10875"/>
                    <a:pt x="-5" y="10517"/>
                    <a:pt x="2" y="10171"/>
                  </a:cubicBezTo>
                  <a:cubicBezTo>
                    <a:pt x="16" y="8725"/>
                    <a:pt x="148" y="7303"/>
                    <a:pt x="302" y="5882"/>
                  </a:cubicBezTo>
                  <a:cubicBezTo>
                    <a:pt x="509" y="3970"/>
                    <a:pt x="744" y="2071"/>
                    <a:pt x="787" y="111"/>
                  </a:cubicBezTo>
                  <a:cubicBezTo>
                    <a:pt x="1151" y="368"/>
                    <a:pt x="1151" y="374"/>
                    <a:pt x="1054" y="960"/>
                  </a:cubicBezTo>
                  <a:cubicBezTo>
                    <a:pt x="922" y="1766"/>
                    <a:pt x="869" y="2590"/>
                    <a:pt x="848" y="3421"/>
                  </a:cubicBezTo>
                  <a:cubicBezTo>
                    <a:pt x="812" y="4723"/>
                    <a:pt x="726" y="6019"/>
                    <a:pt x="637" y="7309"/>
                  </a:cubicBezTo>
                  <a:cubicBezTo>
                    <a:pt x="637" y="7542"/>
                    <a:pt x="630" y="7769"/>
                    <a:pt x="612" y="8002"/>
                  </a:cubicBezTo>
                  <a:cubicBezTo>
                    <a:pt x="630" y="7895"/>
                    <a:pt x="655" y="7799"/>
                    <a:pt x="691" y="7704"/>
                  </a:cubicBezTo>
                  <a:close/>
                  <a:moveTo>
                    <a:pt x="1079" y="9155"/>
                  </a:moveTo>
                  <a:cubicBezTo>
                    <a:pt x="1097" y="8988"/>
                    <a:pt x="1115" y="8821"/>
                    <a:pt x="1126" y="8647"/>
                  </a:cubicBezTo>
                  <a:cubicBezTo>
                    <a:pt x="1112" y="8821"/>
                    <a:pt x="1094" y="8988"/>
                    <a:pt x="1079" y="9155"/>
                  </a:cubicBezTo>
                  <a:close/>
                  <a:moveTo>
                    <a:pt x="997" y="10368"/>
                  </a:moveTo>
                  <a:cubicBezTo>
                    <a:pt x="1008" y="10177"/>
                    <a:pt x="1022" y="9967"/>
                    <a:pt x="1037" y="9752"/>
                  </a:cubicBezTo>
                  <a:cubicBezTo>
                    <a:pt x="1019" y="9967"/>
                    <a:pt x="1008" y="10177"/>
                    <a:pt x="997" y="10368"/>
                  </a:cubicBezTo>
                  <a:close/>
                  <a:moveTo>
                    <a:pt x="559" y="8564"/>
                  </a:moveTo>
                  <a:cubicBezTo>
                    <a:pt x="551" y="8617"/>
                    <a:pt x="544" y="8671"/>
                    <a:pt x="541" y="8725"/>
                  </a:cubicBezTo>
                  <a:cubicBezTo>
                    <a:pt x="548" y="8665"/>
                    <a:pt x="555" y="8606"/>
                    <a:pt x="562" y="8546"/>
                  </a:cubicBezTo>
                  <a:cubicBezTo>
                    <a:pt x="559" y="8552"/>
                    <a:pt x="559" y="8558"/>
                    <a:pt x="559" y="8564"/>
                  </a:cubicBezTo>
                  <a:close/>
                  <a:moveTo>
                    <a:pt x="516" y="9119"/>
                  </a:moveTo>
                  <a:cubicBezTo>
                    <a:pt x="523" y="9024"/>
                    <a:pt x="530" y="8916"/>
                    <a:pt x="534" y="8815"/>
                  </a:cubicBezTo>
                  <a:cubicBezTo>
                    <a:pt x="527" y="8916"/>
                    <a:pt x="523" y="9018"/>
                    <a:pt x="516" y="9119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形状">
              <a:extLst>
                <a:ext uri="{FF2B5EF4-FFF2-40B4-BE49-F238E27FC236}">
                  <a16:creationId xmlns:a16="http://schemas.microsoft.com/office/drawing/2014/main" id="{44F02258-0F3C-76DA-884B-79241A8CEB87}"/>
                </a:ext>
              </a:extLst>
            </p:cNvPr>
            <p:cNvSpPr/>
            <p:nvPr/>
          </p:nvSpPr>
          <p:spPr>
            <a:xfrm>
              <a:off x="7094907" y="5657165"/>
              <a:ext cx="3292870" cy="2289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3" h="21600" extrusionOk="0">
                  <a:moveTo>
                    <a:pt x="15513" y="0"/>
                  </a:moveTo>
                  <a:cubicBezTo>
                    <a:pt x="16518" y="1474"/>
                    <a:pt x="17373" y="2993"/>
                    <a:pt x="18420" y="4218"/>
                  </a:cubicBezTo>
                  <a:cubicBezTo>
                    <a:pt x="19460" y="5432"/>
                    <a:pt x="20399" y="6834"/>
                    <a:pt x="21593" y="7815"/>
                  </a:cubicBezTo>
                  <a:cubicBezTo>
                    <a:pt x="21027" y="8591"/>
                    <a:pt x="20473" y="9406"/>
                    <a:pt x="19818" y="10082"/>
                  </a:cubicBezTo>
                  <a:cubicBezTo>
                    <a:pt x="19468" y="10442"/>
                    <a:pt x="19113" y="10803"/>
                    <a:pt x="18740" y="11141"/>
                  </a:cubicBezTo>
                  <a:cubicBezTo>
                    <a:pt x="17962" y="11850"/>
                    <a:pt x="17211" y="12610"/>
                    <a:pt x="16568" y="13574"/>
                  </a:cubicBezTo>
                  <a:cubicBezTo>
                    <a:pt x="16226" y="14084"/>
                    <a:pt x="15837" y="14483"/>
                    <a:pt x="15332" y="14605"/>
                  </a:cubicBezTo>
                  <a:cubicBezTo>
                    <a:pt x="15159" y="14644"/>
                    <a:pt x="15094" y="14600"/>
                    <a:pt x="15063" y="14356"/>
                  </a:cubicBezTo>
                  <a:cubicBezTo>
                    <a:pt x="14947" y="13519"/>
                    <a:pt x="14763" y="12698"/>
                    <a:pt x="14809" y="11823"/>
                  </a:cubicBezTo>
                  <a:cubicBezTo>
                    <a:pt x="14824" y="11523"/>
                    <a:pt x="14647" y="11573"/>
                    <a:pt x="14524" y="11584"/>
                  </a:cubicBezTo>
                  <a:cubicBezTo>
                    <a:pt x="13642" y="11640"/>
                    <a:pt x="12772" y="11800"/>
                    <a:pt x="11910" y="12061"/>
                  </a:cubicBezTo>
                  <a:cubicBezTo>
                    <a:pt x="9134" y="12898"/>
                    <a:pt x="6650" y="14683"/>
                    <a:pt x="4402" y="17144"/>
                  </a:cubicBezTo>
                  <a:cubicBezTo>
                    <a:pt x="3158" y="18507"/>
                    <a:pt x="1941" y="19932"/>
                    <a:pt x="709" y="21317"/>
                  </a:cubicBezTo>
                  <a:cubicBezTo>
                    <a:pt x="617" y="21423"/>
                    <a:pt x="532" y="21561"/>
                    <a:pt x="390" y="21600"/>
                  </a:cubicBezTo>
                  <a:cubicBezTo>
                    <a:pt x="301" y="20996"/>
                    <a:pt x="305" y="20386"/>
                    <a:pt x="274" y="19788"/>
                  </a:cubicBezTo>
                  <a:cubicBezTo>
                    <a:pt x="120" y="16490"/>
                    <a:pt x="120" y="13186"/>
                    <a:pt x="1" y="9888"/>
                  </a:cubicBezTo>
                  <a:cubicBezTo>
                    <a:pt x="-7" y="9633"/>
                    <a:pt x="78" y="9495"/>
                    <a:pt x="189" y="9328"/>
                  </a:cubicBezTo>
                  <a:cubicBezTo>
                    <a:pt x="1364" y="7594"/>
                    <a:pt x="2784" y="6446"/>
                    <a:pt x="4340" y="5582"/>
                  </a:cubicBezTo>
                  <a:cubicBezTo>
                    <a:pt x="7139" y="4030"/>
                    <a:pt x="10050" y="3159"/>
                    <a:pt x="13030" y="2760"/>
                  </a:cubicBezTo>
                  <a:cubicBezTo>
                    <a:pt x="13634" y="2677"/>
                    <a:pt x="14239" y="2649"/>
                    <a:pt x="14847" y="2600"/>
                  </a:cubicBezTo>
                  <a:cubicBezTo>
                    <a:pt x="14944" y="2594"/>
                    <a:pt x="15044" y="2572"/>
                    <a:pt x="15136" y="2661"/>
                  </a:cubicBezTo>
                  <a:cubicBezTo>
                    <a:pt x="15390" y="2904"/>
                    <a:pt x="15444" y="2644"/>
                    <a:pt x="15448" y="2372"/>
                  </a:cubicBezTo>
                  <a:cubicBezTo>
                    <a:pt x="15452" y="2006"/>
                    <a:pt x="15429" y="1641"/>
                    <a:pt x="15413" y="1286"/>
                  </a:cubicBezTo>
                  <a:cubicBezTo>
                    <a:pt x="15406" y="903"/>
                    <a:pt x="15448" y="532"/>
                    <a:pt x="15513" y="0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形状">
              <a:extLst>
                <a:ext uri="{FF2B5EF4-FFF2-40B4-BE49-F238E27FC236}">
                  <a16:creationId xmlns:a16="http://schemas.microsoft.com/office/drawing/2014/main" id="{B0900A37-2C50-487D-76B1-44E362D302B4}"/>
                </a:ext>
              </a:extLst>
            </p:cNvPr>
            <p:cNvSpPr/>
            <p:nvPr/>
          </p:nvSpPr>
          <p:spPr>
            <a:xfrm>
              <a:off x="6799026" y="6825307"/>
              <a:ext cx="217079" cy="1329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5" h="21419" extrusionOk="0">
                  <a:moveTo>
                    <a:pt x="19774" y="15722"/>
                  </a:moveTo>
                  <a:cubicBezTo>
                    <a:pt x="20174" y="16754"/>
                    <a:pt x="20231" y="17785"/>
                    <a:pt x="20974" y="18817"/>
                  </a:cubicBezTo>
                  <a:cubicBezTo>
                    <a:pt x="21545" y="19499"/>
                    <a:pt x="20288" y="19925"/>
                    <a:pt x="16574" y="20209"/>
                  </a:cubicBezTo>
                  <a:cubicBezTo>
                    <a:pt x="14859" y="20351"/>
                    <a:pt x="13316" y="20559"/>
                    <a:pt x="11774" y="20739"/>
                  </a:cubicBezTo>
                  <a:cubicBezTo>
                    <a:pt x="9031" y="20909"/>
                    <a:pt x="9145" y="20549"/>
                    <a:pt x="9145" y="20303"/>
                  </a:cubicBezTo>
                  <a:lnTo>
                    <a:pt x="9145" y="20265"/>
                  </a:lnTo>
                  <a:cubicBezTo>
                    <a:pt x="9088" y="20530"/>
                    <a:pt x="9202" y="20814"/>
                    <a:pt x="8288" y="21060"/>
                  </a:cubicBezTo>
                  <a:cubicBezTo>
                    <a:pt x="7774" y="21108"/>
                    <a:pt x="7202" y="21165"/>
                    <a:pt x="6802" y="21212"/>
                  </a:cubicBezTo>
                  <a:cubicBezTo>
                    <a:pt x="3774" y="21600"/>
                    <a:pt x="3031" y="21420"/>
                    <a:pt x="2859" y="20852"/>
                  </a:cubicBezTo>
                  <a:cubicBezTo>
                    <a:pt x="1202" y="14965"/>
                    <a:pt x="402" y="9049"/>
                    <a:pt x="2" y="3143"/>
                  </a:cubicBezTo>
                  <a:cubicBezTo>
                    <a:pt x="-55" y="2470"/>
                    <a:pt x="1088" y="1988"/>
                    <a:pt x="4459" y="1647"/>
                  </a:cubicBezTo>
                  <a:cubicBezTo>
                    <a:pt x="5145" y="1675"/>
                    <a:pt x="5545" y="1713"/>
                    <a:pt x="5831" y="1761"/>
                  </a:cubicBezTo>
                  <a:lnTo>
                    <a:pt x="5831" y="1638"/>
                  </a:lnTo>
                  <a:cubicBezTo>
                    <a:pt x="5831" y="1533"/>
                    <a:pt x="6002" y="1439"/>
                    <a:pt x="6231" y="1354"/>
                  </a:cubicBezTo>
                  <a:cubicBezTo>
                    <a:pt x="8916" y="909"/>
                    <a:pt x="11602" y="454"/>
                    <a:pt x="14288" y="0"/>
                  </a:cubicBezTo>
                  <a:cubicBezTo>
                    <a:pt x="17259" y="57"/>
                    <a:pt x="16631" y="454"/>
                    <a:pt x="16631" y="738"/>
                  </a:cubicBezTo>
                  <a:cubicBezTo>
                    <a:pt x="16459" y="2735"/>
                    <a:pt x="17888" y="4733"/>
                    <a:pt x="17659" y="6730"/>
                  </a:cubicBezTo>
                  <a:cubicBezTo>
                    <a:pt x="17602" y="7232"/>
                    <a:pt x="17888" y="7714"/>
                    <a:pt x="18459" y="8206"/>
                  </a:cubicBezTo>
                  <a:cubicBezTo>
                    <a:pt x="19031" y="9948"/>
                    <a:pt x="19202" y="11699"/>
                    <a:pt x="20288" y="13450"/>
                  </a:cubicBezTo>
                  <a:cubicBezTo>
                    <a:pt x="20802" y="14208"/>
                    <a:pt x="18402" y="14955"/>
                    <a:pt x="19774" y="15722"/>
                  </a:cubicBezTo>
                  <a:close/>
                  <a:moveTo>
                    <a:pt x="6174" y="5376"/>
                  </a:moveTo>
                  <a:cubicBezTo>
                    <a:pt x="6059" y="4676"/>
                    <a:pt x="5945" y="3957"/>
                    <a:pt x="5888" y="3228"/>
                  </a:cubicBezTo>
                  <a:cubicBezTo>
                    <a:pt x="5888" y="3957"/>
                    <a:pt x="6002" y="4676"/>
                    <a:pt x="6174" y="5376"/>
                  </a:cubicBezTo>
                  <a:close/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形状">
              <a:extLst>
                <a:ext uri="{FF2B5EF4-FFF2-40B4-BE49-F238E27FC236}">
                  <a16:creationId xmlns:a16="http://schemas.microsoft.com/office/drawing/2014/main" id="{A8D3EB75-D7A3-D860-1652-C17519289FD0}"/>
                </a:ext>
              </a:extLst>
            </p:cNvPr>
            <p:cNvSpPr/>
            <p:nvPr/>
          </p:nvSpPr>
          <p:spPr>
            <a:xfrm>
              <a:off x="6962510" y="6693211"/>
              <a:ext cx="162621" cy="1335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8" h="21600" extrusionOk="0">
                  <a:moveTo>
                    <a:pt x="452" y="1861"/>
                  </a:moveTo>
                  <a:cubicBezTo>
                    <a:pt x="4683" y="1253"/>
                    <a:pt x="8914" y="655"/>
                    <a:pt x="15149" y="0"/>
                  </a:cubicBezTo>
                  <a:cubicBezTo>
                    <a:pt x="15149" y="1880"/>
                    <a:pt x="14926" y="3579"/>
                    <a:pt x="15149" y="5298"/>
                  </a:cubicBezTo>
                  <a:cubicBezTo>
                    <a:pt x="15817" y="10045"/>
                    <a:pt x="17004" y="14792"/>
                    <a:pt x="20270" y="19530"/>
                  </a:cubicBezTo>
                  <a:cubicBezTo>
                    <a:pt x="21161" y="20821"/>
                    <a:pt x="21161" y="20821"/>
                    <a:pt x="9879" y="21600"/>
                  </a:cubicBezTo>
                  <a:cubicBezTo>
                    <a:pt x="8691" y="19938"/>
                    <a:pt x="7577" y="18315"/>
                    <a:pt x="6390" y="16710"/>
                  </a:cubicBezTo>
                  <a:cubicBezTo>
                    <a:pt x="4237" y="15704"/>
                    <a:pt x="4460" y="14660"/>
                    <a:pt x="4015" y="13634"/>
                  </a:cubicBezTo>
                  <a:cubicBezTo>
                    <a:pt x="3272" y="12248"/>
                    <a:pt x="2456" y="10881"/>
                    <a:pt x="1862" y="9504"/>
                  </a:cubicBezTo>
                  <a:cubicBezTo>
                    <a:pt x="1714" y="7121"/>
                    <a:pt x="-439" y="4757"/>
                    <a:pt x="81" y="2374"/>
                  </a:cubicBezTo>
                  <a:cubicBezTo>
                    <a:pt x="155" y="2203"/>
                    <a:pt x="-68" y="2022"/>
                    <a:pt x="452" y="1861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形状">
              <a:extLst>
                <a:ext uri="{FF2B5EF4-FFF2-40B4-BE49-F238E27FC236}">
                  <a16:creationId xmlns:a16="http://schemas.microsoft.com/office/drawing/2014/main" id="{79B82549-6FB3-80D2-B19D-48A017BAE30C}"/>
                </a:ext>
              </a:extLst>
            </p:cNvPr>
            <p:cNvSpPr/>
            <p:nvPr/>
          </p:nvSpPr>
          <p:spPr>
            <a:xfrm>
              <a:off x="6694895" y="6996255"/>
              <a:ext cx="114946" cy="1204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40" h="21561" extrusionOk="0">
                  <a:moveTo>
                    <a:pt x="15615" y="0"/>
                  </a:moveTo>
                  <a:cubicBezTo>
                    <a:pt x="15615" y="1926"/>
                    <a:pt x="15297" y="3705"/>
                    <a:pt x="15615" y="5495"/>
                  </a:cubicBezTo>
                  <a:cubicBezTo>
                    <a:pt x="16250" y="10411"/>
                    <a:pt x="18156" y="15326"/>
                    <a:pt x="20697" y="20221"/>
                  </a:cubicBezTo>
                  <a:cubicBezTo>
                    <a:pt x="20803" y="20432"/>
                    <a:pt x="21121" y="20663"/>
                    <a:pt x="20803" y="20874"/>
                  </a:cubicBezTo>
                  <a:cubicBezTo>
                    <a:pt x="19956" y="21379"/>
                    <a:pt x="15086" y="21495"/>
                    <a:pt x="11486" y="21558"/>
                  </a:cubicBezTo>
                  <a:cubicBezTo>
                    <a:pt x="8203" y="21600"/>
                    <a:pt x="9368" y="21189"/>
                    <a:pt x="9262" y="20968"/>
                  </a:cubicBezTo>
                  <a:cubicBezTo>
                    <a:pt x="6192" y="14832"/>
                    <a:pt x="3650" y="8674"/>
                    <a:pt x="50" y="2526"/>
                  </a:cubicBezTo>
                  <a:cubicBezTo>
                    <a:pt x="-479" y="1347"/>
                    <a:pt x="3121" y="589"/>
                    <a:pt x="15615" y="0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形状">
              <a:extLst>
                <a:ext uri="{FF2B5EF4-FFF2-40B4-BE49-F238E27FC236}">
                  <a16:creationId xmlns:a16="http://schemas.microsoft.com/office/drawing/2014/main" id="{9D2C89BF-0058-312C-9330-A8C2C68E6084}"/>
                </a:ext>
              </a:extLst>
            </p:cNvPr>
            <p:cNvSpPr/>
            <p:nvPr/>
          </p:nvSpPr>
          <p:spPr>
            <a:xfrm>
              <a:off x="7010794" y="8064883"/>
              <a:ext cx="167149" cy="10624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69" h="21517" extrusionOk="0">
                  <a:moveTo>
                    <a:pt x="5072" y="21517"/>
                  </a:moveTo>
                  <a:cubicBezTo>
                    <a:pt x="781" y="20280"/>
                    <a:pt x="-936" y="18995"/>
                    <a:pt x="494" y="17592"/>
                  </a:cubicBezTo>
                  <a:cubicBezTo>
                    <a:pt x="5644" y="12275"/>
                    <a:pt x="5787" y="6899"/>
                    <a:pt x="8362" y="1547"/>
                  </a:cubicBezTo>
                  <a:cubicBezTo>
                    <a:pt x="8434" y="1332"/>
                    <a:pt x="8434" y="1106"/>
                    <a:pt x="8720" y="904"/>
                  </a:cubicBezTo>
                  <a:cubicBezTo>
                    <a:pt x="9077" y="583"/>
                    <a:pt x="8147" y="119"/>
                    <a:pt x="10722" y="12"/>
                  </a:cubicBezTo>
                  <a:cubicBezTo>
                    <a:pt x="13011" y="-83"/>
                    <a:pt x="13226" y="405"/>
                    <a:pt x="14656" y="583"/>
                  </a:cubicBezTo>
                  <a:cubicBezTo>
                    <a:pt x="20664" y="1392"/>
                    <a:pt x="20592" y="2474"/>
                    <a:pt x="20020" y="3628"/>
                  </a:cubicBezTo>
                  <a:cubicBezTo>
                    <a:pt x="18232" y="7850"/>
                    <a:pt x="12582" y="11954"/>
                    <a:pt x="8791" y="16129"/>
                  </a:cubicBezTo>
                  <a:cubicBezTo>
                    <a:pt x="7218" y="17901"/>
                    <a:pt x="5930" y="19697"/>
                    <a:pt x="5072" y="21517"/>
                  </a:cubicBezTo>
                </a:path>
              </a:pathLst>
            </a:custGeom>
            <a:solidFill>
              <a:srgbClr val="FDFDF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形状">
              <a:extLst>
                <a:ext uri="{FF2B5EF4-FFF2-40B4-BE49-F238E27FC236}">
                  <a16:creationId xmlns:a16="http://schemas.microsoft.com/office/drawing/2014/main" id="{508E4BCA-36CD-D177-3C36-BD145F42DFF3}"/>
                </a:ext>
              </a:extLst>
            </p:cNvPr>
            <p:cNvSpPr/>
            <p:nvPr/>
          </p:nvSpPr>
          <p:spPr>
            <a:xfrm>
              <a:off x="6571756" y="7128351"/>
              <a:ext cx="75889" cy="960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66" h="21600" extrusionOk="0">
                  <a:moveTo>
                    <a:pt x="20566" y="21600"/>
                  </a:moveTo>
                  <a:cubicBezTo>
                    <a:pt x="10486" y="20939"/>
                    <a:pt x="7286" y="20317"/>
                    <a:pt x="7286" y="19431"/>
                  </a:cubicBezTo>
                  <a:cubicBezTo>
                    <a:pt x="8086" y="13426"/>
                    <a:pt x="1526" y="7460"/>
                    <a:pt x="86" y="1468"/>
                  </a:cubicBezTo>
                  <a:cubicBezTo>
                    <a:pt x="-74" y="833"/>
                    <a:pt x="-1034" y="185"/>
                    <a:pt x="10646" y="0"/>
                  </a:cubicBezTo>
                  <a:cubicBezTo>
                    <a:pt x="13686" y="7169"/>
                    <a:pt x="17046" y="14299"/>
                    <a:pt x="20566" y="21600"/>
                  </a:cubicBezTo>
                </a:path>
              </a:pathLst>
            </a:custGeom>
            <a:solidFill>
              <a:srgbClr val="FBFBF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形状">
              <a:extLst>
                <a:ext uri="{FF2B5EF4-FFF2-40B4-BE49-F238E27FC236}">
                  <a16:creationId xmlns:a16="http://schemas.microsoft.com/office/drawing/2014/main" id="{04C5BC0A-DFF0-B4D2-9DB4-287DF4ABAC4A}"/>
                </a:ext>
              </a:extLst>
            </p:cNvPr>
            <p:cNvSpPr/>
            <p:nvPr/>
          </p:nvSpPr>
          <p:spPr>
            <a:xfrm>
              <a:off x="6636247" y="7092652"/>
              <a:ext cx="86157" cy="1120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589" extrusionOk="0">
                  <a:moveTo>
                    <a:pt x="20926" y="21589"/>
                  </a:moveTo>
                  <a:cubicBezTo>
                    <a:pt x="12663" y="20763"/>
                    <a:pt x="9039" y="20006"/>
                    <a:pt x="8749" y="19101"/>
                  </a:cubicBezTo>
                  <a:cubicBezTo>
                    <a:pt x="6284" y="13186"/>
                    <a:pt x="3095" y="7261"/>
                    <a:pt x="341" y="1335"/>
                  </a:cubicBezTo>
                  <a:cubicBezTo>
                    <a:pt x="196" y="1109"/>
                    <a:pt x="196" y="871"/>
                    <a:pt x="51" y="634"/>
                  </a:cubicBezTo>
                  <a:cubicBezTo>
                    <a:pt x="-239" y="351"/>
                    <a:pt x="631" y="12"/>
                    <a:pt x="4400" y="0"/>
                  </a:cubicBezTo>
                  <a:cubicBezTo>
                    <a:pt x="9764" y="-11"/>
                    <a:pt x="7444" y="396"/>
                    <a:pt x="7444" y="611"/>
                  </a:cubicBezTo>
                  <a:cubicBezTo>
                    <a:pt x="7009" y="7498"/>
                    <a:pt x="13678" y="14351"/>
                    <a:pt x="21216" y="21193"/>
                  </a:cubicBezTo>
                  <a:cubicBezTo>
                    <a:pt x="21361" y="21272"/>
                    <a:pt x="21216" y="21363"/>
                    <a:pt x="20926" y="21589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形状">
              <a:extLst>
                <a:ext uri="{FF2B5EF4-FFF2-40B4-BE49-F238E27FC236}">
                  <a16:creationId xmlns:a16="http://schemas.microsoft.com/office/drawing/2014/main" id="{C80B9564-C66C-5752-1220-3396324708A7}"/>
                </a:ext>
              </a:extLst>
            </p:cNvPr>
            <p:cNvSpPr/>
            <p:nvPr/>
          </p:nvSpPr>
          <p:spPr>
            <a:xfrm>
              <a:off x="6445349" y="7221595"/>
              <a:ext cx="68095" cy="707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71" h="21565" extrusionOk="0">
                  <a:moveTo>
                    <a:pt x="1637" y="4077"/>
                  </a:moveTo>
                  <a:cubicBezTo>
                    <a:pt x="-1124" y="2342"/>
                    <a:pt x="6834" y="1126"/>
                    <a:pt x="16578" y="0"/>
                  </a:cubicBezTo>
                  <a:cubicBezTo>
                    <a:pt x="19664" y="125"/>
                    <a:pt x="19014" y="393"/>
                    <a:pt x="19014" y="608"/>
                  </a:cubicBezTo>
                  <a:cubicBezTo>
                    <a:pt x="18365" y="7188"/>
                    <a:pt x="17715" y="13804"/>
                    <a:pt x="16578" y="20402"/>
                  </a:cubicBezTo>
                  <a:cubicBezTo>
                    <a:pt x="16578" y="20813"/>
                    <a:pt x="19339" y="21546"/>
                    <a:pt x="13817" y="21564"/>
                  </a:cubicBezTo>
                  <a:cubicBezTo>
                    <a:pt x="7971" y="21600"/>
                    <a:pt x="6672" y="20903"/>
                    <a:pt x="6834" y="20295"/>
                  </a:cubicBezTo>
                  <a:cubicBezTo>
                    <a:pt x="6834" y="19687"/>
                    <a:pt x="6509" y="19079"/>
                    <a:pt x="6347" y="18489"/>
                  </a:cubicBezTo>
                  <a:cubicBezTo>
                    <a:pt x="662" y="17809"/>
                    <a:pt x="3423" y="16987"/>
                    <a:pt x="2936" y="16236"/>
                  </a:cubicBezTo>
                  <a:cubicBezTo>
                    <a:pt x="2449" y="15377"/>
                    <a:pt x="3423" y="14483"/>
                    <a:pt x="1799" y="13607"/>
                  </a:cubicBezTo>
                  <a:cubicBezTo>
                    <a:pt x="1312" y="12141"/>
                    <a:pt x="2449" y="10657"/>
                    <a:pt x="500" y="9191"/>
                  </a:cubicBezTo>
                  <a:cubicBezTo>
                    <a:pt x="-1936" y="7492"/>
                    <a:pt x="5535" y="5811"/>
                    <a:pt x="1637" y="4077"/>
                  </a:cubicBezTo>
                </a:path>
              </a:pathLst>
            </a:custGeom>
            <a:solidFill>
              <a:srgbClr val="F8F8F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形状">
              <a:extLst>
                <a:ext uri="{FF2B5EF4-FFF2-40B4-BE49-F238E27FC236}">
                  <a16:creationId xmlns:a16="http://schemas.microsoft.com/office/drawing/2014/main" id="{DAB70789-D639-2E3C-74D9-C3DB66171669}"/>
                </a:ext>
              </a:extLst>
            </p:cNvPr>
            <p:cNvSpPr/>
            <p:nvPr/>
          </p:nvSpPr>
          <p:spPr>
            <a:xfrm>
              <a:off x="6905592" y="8155163"/>
              <a:ext cx="72579" cy="650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0" h="21563" extrusionOk="0">
                  <a:moveTo>
                    <a:pt x="7530" y="21563"/>
                  </a:moveTo>
                  <a:cubicBezTo>
                    <a:pt x="2855" y="20105"/>
                    <a:pt x="-1658" y="18880"/>
                    <a:pt x="599" y="17227"/>
                  </a:cubicBezTo>
                  <a:cubicBezTo>
                    <a:pt x="4145" y="14583"/>
                    <a:pt x="3178" y="11842"/>
                    <a:pt x="3984" y="9178"/>
                  </a:cubicBezTo>
                  <a:cubicBezTo>
                    <a:pt x="4467" y="6476"/>
                    <a:pt x="6724" y="3793"/>
                    <a:pt x="9464" y="1110"/>
                  </a:cubicBezTo>
                  <a:cubicBezTo>
                    <a:pt x="9948" y="566"/>
                    <a:pt x="10432" y="-37"/>
                    <a:pt x="15590" y="2"/>
                  </a:cubicBezTo>
                  <a:cubicBezTo>
                    <a:pt x="19942" y="41"/>
                    <a:pt x="19942" y="682"/>
                    <a:pt x="19458" y="1110"/>
                  </a:cubicBezTo>
                  <a:cubicBezTo>
                    <a:pt x="10593" y="7759"/>
                    <a:pt x="12527" y="14506"/>
                    <a:pt x="9626" y="21194"/>
                  </a:cubicBezTo>
                  <a:cubicBezTo>
                    <a:pt x="9464" y="21271"/>
                    <a:pt x="8658" y="21330"/>
                    <a:pt x="7530" y="21563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形状">
              <a:extLst>
                <a:ext uri="{FF2B5EF4-FFF2-40B4-BE49-F238E27FC236}">
                  <a16:creationId xmlns:a16="http://schemas.microsoft.com/office/drawing/2014/main" id="{02E71CFA-1C39-D08A-84DA-1327306DB055}"/>
                </a:ext>
              </a:extLst>
            </p:cNvPr>
            <p:cNvSpPr/>
            <p:nvPr/>
          </p:nvSpPr>
          <p:spPr>
            <a:xfrm>
              <a:off x="6522956" y="7167203"/>
              <a:ext cx="30341" cy="7971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43" h="21600" extrusionOk="0">
                  <a:moveTo>
                    <a:pt x="5785" y="21600"/>
                  </a:moveTo>
                  <a:cubicBezTo>
                    <a:pt x="-1415" y="20852"/>
                    <a:pt x="2029" y="20025"/>
                    <a:pt x="2029" y="19262"/>
                  </a:cubicBezTo>
                  <a:cubicBezTo>
                    <a:pt x="1090" y="13377"/>
                    <a:pt x="464" y="7492"/>
                    <a:pt x="464" y="1606"/>
                  </a:cubicBezTo>
                  <a:cubicBezTo>
                    <a:pt x="464" y="1161"/>
                    <a:pt x="-3606" y="604"/>
                    <a:pt x="12359" y="0"/>
                  </a:cubicBezTo>
                  <a:cubicBezTo>
                    <a:pt x="4220" y="2943"/>
                    <a:pt x="17994" y="5615"/>
                    <a:pt x="15803" y="8319"/>
                  </a:cubicBezTo>
                  <a:cubicBezTo>
                    <a:pt x="8916" y="8971"/>
                    <a:pt x="15803" y="9623"/>
                    <a:pt x="15803" y="10275"/>
                  </a:cubicBezTo>
                  <a:cubicBezTo>
                    <a:pt x="15490" y="13679"/>
                    <a:pt x="15490" y="17099"/>
                    <a:pt x="11733" y="20518"/>
                  </a:cubicBezTo>
                  <a:cubicBezTo>
                    <a:pt x="11420" y="20932"/>
                    <a:pt x="12359" y="21298"/>
                    <a:pt x="5785" y="21600"/>
                  </a:cubicBezTo>
                </a:path>
              </a:pathLst>
            </a:custGeom>
            <a:solidFill>
              <a:srgbClr val="CFCFC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形状">
              <a:extLst>
                <a:ext uri="{FF2B5EF4-FFF2-40B4-BE49-F238E27FC236}">
                  <a16:creationId xmlns:a16="http://schemas.microsoft.com/office/drawing/2014/main" id="{7107A209-A5C6-161E-EB8E-EF2501B500B3}"/>
                </a:ext>
              </a:extLst>
            </p:cNvPr>
            <p:cNvSpPr/>
            <p:nvPr/>
          </p:nvSpPr>
          <p:spPr>
            <a:xfrm>
              <a:off x="6989829" y="8089284"/>
              <a:ext cx="73227" cy="4811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20" h="21600" extrusionOk="0">
                  <a:moveTo>
                    <a:pt x="1301" y="20492"/>
                  </a:moveTo>
                  <a:cubicBezTo>
                    <a:pt x="3788" y="14321"/>
                    <a:pt x="6585" y="8149"/>
                    <a:pt x="8916" y="1952"/>
                  </a:cubicBezTo>
                  <a:cubicBezTo>
                    <a:pt x="9226" y="870"/>
                    <a:pt x="12179" y="343"/>
                    <a:pt x="19172" y="0"/>
                  </a:cubicBezTo>
                  <a:cubicBezTo>
                    <a:pt x="19638" y="2321"/>
                    <a:pt x="16530" y="4484"/>
                    <a:pt x="14976" y="6699"/>
                  </a:cubicBezTo>
                  <a:cubicBezTo>
                    <a:pt x="11402" y="11684"/>
                    <a:pt x="7362" y="16642"/>
                    <a:pt x="3477" y="21600"/>
                  </a:cubicBezTo>
                  <a:cubicBezTo>
                    <a:pt x="-1962" y="21521"/>
                    <a:pt x="369" y="20967"/>
                    <a:pt x="1301" y="20492"/>
                  </a:cubicBezTo>
                </a:path>
              </a:pathLst>
            </a:custGeom>
            <a:solidFill>
              <a:srgbClr val="F0F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形状">
              <a:extLst>
                <a:ext uri="{FF2B5EF4-FFF2-40B4-BE49-F238E27FC236}">
                  <a16:creationId xmlns:a16="http://schemas.microsoft.com/office/drawing/2014/main" id="{2C231AD2-BD6B-3E8F-EDAD-B997BFD481F6}"/>
                </a:ext>
              </a:extLst>
            </p:cNvPr>
            <p:cNvSpPr/>
            <p:nvPr/>
          </p:nvSpPr>
          <p:spPr>
            <a:xfrm>
              <a:off x="6249355" y="7489495"/>
              <a:ext cx="40661" cy="313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67" h="21447" extrusionOk="0">
                  <a:moveTo>
                    <a:pt x="17333" y="11004"/>
                  </a:moveTo>
                  <a:cubicBezTo>
                    <a:pt x="17333" y="13694"/>
                    <a:pt x="17600" y="16424"/>
                    <a:pt x="17067" y="19154"/>
                  </a:cubicBezTo>
                  <a:cubicBezTo>
                    <a:pt x="16800" y="19957"/>
                    <a:pt x="21600" y="21362"/>
                    <a:pt x="12267" y="21443"/>
                  </a:cubicBezTo>
                  <a:cubicBezTo>
                    <a:pt x="2133" y="21523"/>
                    <a:pt x="800" y="20238"/>
                    <a:pt x="800" y="18994"/>
                  </a:cubicBezTo>
                  <a:cubicBezTo>
                    <a:pt x="800" y="16264"/>
                    <a:pt x="0" y="13533"/>
                    <a:pt x="0" y="10803"/>
                  </a:cubicBezTo>
                  <a:cubicBezTo>
                    <a:pt x="0" y="7993"/>
                    <a:pt x="533" y="5142"/>
                    <a:pt x="1067" y="2332"/>
                  </a:cubicBezTo>
                  <a:cubicBezTo>
                    <a:pt x="1333" y="1288"/>
                    <a:pt x="1600" y="-77"/>
                    <a:pt x="10667" y="3"/>
                  </a:cubicBezTo>
                  <a:cubicBezTo>
                    <a:pt x="17333" y="84"/>
                    <a:pt x="14400" y="1409"/>
                    <a:pt x="14667" y="2171"/>
                  </a:cubicBezTo>
                  <a:cubicBezTo>
                    <a:pt x="15200" y="5102"/>
                    <a:pt x="14667" y="8033"/>
                    <a:pt x="14667" y="11004"/>
                  </a:cubicBezTo>
                  <a:cubicBezTo>
                    <a:pt x="16000" y="11004"/>
                    <a:pt x="16533" y="11004"/>
                    <a:pt x="17333" y="11004"/>
                  </a:cubicBezTo>
                </a:path>
              </a:pathLst>
            </a:custGeom>
            <a:solidFill>
              <a:srgbClr val="E5E5E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形状">
              <a:extLst>
                <a:ext uri="{FF2B5EF4-FFF2-40B4-BE49-F238E27FC236}">
                  <a16:creationId xmlns:a16="http://schemas.microsoft.com/office/drawing/2014/main" id="{BFBB786D-B70B-F82D-DC68-02AEB05B4E32}"/>
                </a:ext>
              </a:extLst>
            </p:cNvPr>
            <p:cNvSpPr/>
            <p:nvPr/>
          </p:nvSpPr>
          <p:spPr>
            <a:xfrm>
              <a:off x="6534268" y="7475426"/>
              <a:ext cx="28338" cy="5060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97" h="21554" extrusionOk="0">
                  <a:moveTo>
                    <a:pt x="0" y="20874"/>
                  </a:moveTo>
                  <a:cubicBezTo>
                    <a:pt x="2653" y="14817"/>
                    <a:pt x="4547" y="8735"/>
                    <a:pt x="7200" y="2678"/>
                  </a:cubicBezTo>
                  <a:cubicBezTo>
                    <a:pt x="7579" y="1777"/>
                    <a:pt x="6063" y="851"/>
                    <a:pt x="12126" y="0"/>
                  </a:cubicBezTo>
                  <a:cubicBezTo>
                    <a:pt x="21600" y="6908"/>
                    <a:pt x="17811" y="13791"/>
                    <a:pt x="17432" y="20699"/>
                  </a:cubicBezTo>
                  <a:cubicBezTo>
                    <a:pt x="17432" y="21024"/>
                    <a:pt x="18568" y="21475"/>
                    <a:pt x="12884" y="21550"/>
                  </a:cubicBezTo>
                  <a:cubicBezTo>
                    <a:pt x="6442" y="21600"/>
                    <a:pt x="3032" y="21200"/>
                    <a:pt x="0" y="20874"/>
                  </a:cubicBezTo>
                </a:path>
              </a:pathLst>
            </a:custGeom>
            <a:solidFill>
              <a:srgbClr val="F4F4F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形状">
              <a:extLst>
                <a:ext uri="{FF2B5EF4-FFF2-40B4-BE49-F238E27FC236}">
                  <a16:creationId xmlns:a16="http://schemas.microsoft.com/office/drawing/2014/main" id="{77EB1F8A-A4BC-463C-F74E-4952E346FF36}"/>
                </a:ext>
              </a:extLst>
            </p:cNvPr>
            <p:cNvSpPr/>
            <p:nvPr/>
          </p:nvSpPr>
          <p:spPr>
            <a:xfrm>
              <a:off x="6390132" y="7364051"/>
              <a:ext cx="24408" cy="507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775" h="21600" extrusionOk="0">
                  <a:moveTo>
                    <a:pt x="14775" y="0"/>
                  </a:moveTo>
                  <a:cubicBezTo>
                    <a:pt x="14775" y="7200"/>
                    <a:pt x="14775" y="14425"/>
                    <a:pt x="14775" y="21600"/>
                  </a:cubicBezTo>
                  <a:cubicBezTo>
                    <a:pt x="-2930" y="20700"/>
                    <a:pt x="-6825" y="6250"/>
                    <a:pt x="14775" y="0"/>
                  </a:cubicBezTo>
                </a:path>
              </a:pathLst>
            </a:cu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形状">
              <a:extLst>
                <a:ext uri="{FF2B5EF4-FFF2-40B4-BE49-F238E27FC236}">
                  <a16:creationId xmlns:a16="http://schemas.microsoft.com/office/drawing/2014/main" id="{354EDA58-B3F8-0F00-D02C-00AA1BE255E5}"/>
                </a:ext>
              </a:extLst>
            </p:cNvPr>
            <p:cNvSpPr/>
            <p:nvPr/>
          </p:nvSpPr>
          <p:spPr>
            <a:xfrm>
              <a:off x="6437824" y="7325200"/>
              <a:ext cx="32331" cy="56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095" h="21600" extrusionOk="0">
                  <a:moveTo>
                    <a:pt x="7170" y="1158"/>
                  </a:moveTo>
                  <a:cubicBezTo>
                    <a:pt x="13430" y="3273"/>
                    <a:pt x="12178" y="5389"/>
                    <a:pt x="10926" y="7527"/>
                  </a:cubicBezTo>
                  <a:cubicBezTo>
                    <a:pt x="8109" y="9553"/>
                    <a:pt x="9361" y="11579"/>
                    <a:pt x="9674" y="13584"/>
                  </a:cubicBezTo>
                  <a:cubicBezTo>
                    <a:pt x="9987" y="13405"/>
                    <a:pt x="10926" y="13205"/>
                    <a:pt x="12804" y="13027"/>
                  </a:cubicBezTo>
                  <a:cubicBezTo>
                    <a:pt x="17500" y="15053"/>
                    <a:pt x="17813" y="17080"/>
                    <a:pt x="16248" y="19106"/>
                  </a:cubicBezTo>
                  <a:cubicBezTo>
                    <a:pt x="9674" y="19885"/>
                    <a:pt x="16874" y="20843"/>
                    <a:pt x="4978" y="21600"/>
                  </a:cubicBezTo>
                  <a:cubicBezTo>
                    <a:pt x="5291" y="14385"/>
                    <a:pt x="-3787" y="7215"/>
                    <a:pt x="1848" y="0"/>
                  </a:cubicBezTo>
                  <a:lnTo>
                    <a:pt x="1848" y="2672"/>
                  </a:lnTo>
                  <a:lnTo>
                    <a:pt x="4039" y="2672"/>
                  </a:lnTo>
                  <a:lnTo>
                    <a:pt x="7170" y="1158"/>
                  </a:lnTo>
                  <a:close/>
                  <a:moveTo>
                    <a:pt x="9361" y="15476"/>
                  </a:moveTo>
                  <a:cubicBezTo>
                    <a:pt x="10300" y="15187"/>
                    <a:pt x="9987" y="14920"/>
                    <a:pt x="9674" y="14608"/>
                  </a:cubicBezTo>
                  <a:cubicBezTo>
                    <a:pt x="9674" y="14897"/>
                    <a:pt x="9361" y="15187"/>
                    <a:pt x="9361" y="15476"/>
                  </a:cubicBezTo>
                  <a:close/>
                </a:path>
              </a:pathLst>
            </a:custGeom>
            <a:solidFill>
              <a:srgbClr val="68686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形状">
              <a:extLst>
                <a:ext uri="{FF2B5EF4-FFF2-40B4-BE49-F238E27FC236}">
                  <a16:creationId xmlns:a16="http://schemas.microsoft.com/office/drawing/2014/main" id="{30C4EFB7-70DD-F6C9-C92A-85875788F347}"/>
                </a:ext>
              </a:extLst>
            </p:cNvPr>
            <p:cNvSpPr/>
            <p:nvPr/>
          </p:nvSpPr>
          <p:spPr>
            <a:xfrm>
              <a:off x="6971110" y="7281168"/>
              <a:ext cx="41750" cy="517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606" h="21600" extrusionOk="0">
                  <a:moveTo>
                    <a:pt x="5824" y="0"/>
                  </a:moveTo>
                  <a:cubicBezTo>
                    <a:pt x="9997" y="6178"/>
                    <a:pt x="13679" y="12332"/>
                    <a:pt x="17606" y="18486"/>
                  </a:cubicBezTo>
                  <a:cubicBezTo>
                    <a:pt x="12451" y="19467"/>
                    <a:pt x="16624" y="20595"/>
                    <a:pt x="13679" y="21600"/>
                  </a:cubicBezTo>
                  <a:cubicBezTo>
                    <a:pt x="6315" y="15176"/>
                    <a:pt x="4842" y="8704"/>
                    <a:pt x="2142" y="2256"/>
                  </a:cubicBezTo>
                  <a:cubicBezTo>
                    <a:pt x="1406" y="1496"/>
                    <a:pt x="-3994" y="613"/>
                    <a:pt x="5824" y="0"/>
                  </a:cubicBezTo>
                </a:path>
              </a:pathLst>
            </a:custGeom>
            <a:solidFill>
              <a:srgbClr val="45454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形状">
              <a:extLst>
                <a:ext uri="{FF2B5EF4-FFF2-40B4-BE49-F238E27FC236}">
                  <a16:creationId xmlns:a16="http://schemas.microsoft.com/office/drawing/2014/main" id="{585EEAC7-6C18-7A12-B424-DEE7B5A9D9ED}"/>
                </a:ext>
              </a:extLst>
            </p:cNvPr>
            <p:cNvSpPr/>
            <p:nvPr/>
          </p:nvSpPr>
          <p:spPr>
            <a:xfrm>
              <a:off x="6136259" y="7558310"/>
              <a:ext cx="36830" cy="2034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5" h="21541" extrusionOk="0">
                  <a:moveTo>
                    <a:pt x="20782" y="0"/>
                  </a:moveTo>
                  <a:cubicBezTo>
                    <a:pt x="20782" y="7241"/>
                    <a:pt x="20782" y="13554"/>
                    <a:pt x="20782" y="19805"/>
                  </a:cubicBezTo>
                  <a:cubicBezTo>
                    <a:pt x="20782" y="20548"/>
                    <a:pt x="21109" y="21600"/>
                    <a:pt x="14891" y="21538"/>
                  </a:cubicBezTo>
                  <a:cubicBezTo>
                    <a:pt x="9327" y="21476"/>
                    <a:pt x="818" y="21538"/>
                    <a:pt x="818" y="20115"/>
                  </a:cubicBezTo>
                  <a:cubicBezTo>
                    <a:pt x="-164" y="14544"/>
                    <a:pt x="-491" y="8850"/>
                    <a:pt x="1145" y="3218"/>
                  </a:cubicBezTo>
                  <a:cubicBezTo>
                    <a:pt x="1145" y="2352"/>
                    <a:pt x="10309" y="1609"/>
                    <a:pt x="20782" y="0"/>
                  </a:cubicBezTo>
                </a:path>
              </a:pathLst>
            </a:custGeom>
            <a:solidFill>
              <a:srgbClr val="96969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形状">
              <a:extLst>
                <a:ext uri="{FF2B5EF4-FFF2-40B4-BE49-F238E27FC236}">
                  <a16:creationId xmlns:a16="http://schemas.microsoft.com/office/drawing/2014/main" id="{D1F04365-7584-6DF2-92F6-F63AC78FE4D3}"/>
                </a:ext>
              </a:extLst>
            </p:cNvPr>
            <p:cNvSpPr/>
            <p:nvPr/>
          </p:nvSpPr>
          <p:spPr>
            <a:xfrm>
              <a:off x="6948687" y="6807176"/>
              <a:ext cx="38247" cy="530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73"/>
                  </a:moveTo>
                  <a:cubicBezTo>
                    <a:pt x="19886" y="20115"/>
                    <a:pt x="18171" y="20858"/>
                    <a:pt x="16457" y="21600"/>
                  </a:cubicBezTo>
                  <a:cubicBezTo>
                    <a:pt x="7886" y="16308"/>
                    <a:pt x="9600" y="10992"/>
                    <a:pt x="6171" y="5699"/>
                  </a:cubicBezTo>
                  <a:cubicBezTo>
                    <a:pt x="5143" y="4047"/>
                    <a:pt x="12000" y="2323"/>
                    <a:pt x="0" y="718"/>
                  </a:cubicBezTo>
                  <a:cubicBezTo>
                    <a:pt x="3771" y="503"/>
                    <a:pt x="7200" y="239"/>
                    <a:pt x="10971" y="0"/>
                  </a:cubicBezTo>
                  <a:cubicBezTo>
                    <a:pt x="14057" y="6466"/>
                    <a:pt x="17829" y="12931"/>
                    <a:pt x="21600" y="19373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形状">
              <a:extLst>
                <a:ext uri="{FF2B5EF4-FFF2-40B4-BE49-F238E27FC236}">
                  <a16:creationId xmlns:a16="http://schemas.microsoft.com/office/drawing/2014/main" id="{82F99EB4-E307-8532-EB06-05DA26FE6821}"/>
                </a:ext>
              </a:extLst>
            </p:cNvPr>
            <p:cNvSpPr/>
            <p:nvPr/>
          </p:nvSpPr>
          <p:spPr>
            <a:xfrm>
              <a:off x="6845082" y="6908191"/>
              <a:ext cx="29632" cy="52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49" h="21600" extrusionOk="0">
                  <a:moveTo>
                    <a:pt x="11715" y="0"/>
                  </a:moveTo>
                  <a:cubicBezTo>
                    <a:pt x="11715" y="7200"/>
                    <a:pt x="21600" y="14400"/>
                    <a:pt x="16475" y="21600"/>
                  </a:cubicBezTo>
                  <a:cubicBezTo>
                    <a:pt x="8420" y="15584"/>
                    <a:pt x="5125" y="9568"/>
                    <a:pt x="5492" y="3528"/>
                  </a:cubicBezTo>
                  <a:cubicBezTo>
                    <a:pt x="5492" y="2609"/>
                    <a:pt x="8054" y="1619"/>
                    <a:pt x="0" y="749"/>
                  </a:cubicBezTo>
                  <a:cubicBezTo>
                    <a:pt x="4027" y="483"/>
                    <a:pt x="8054" y="217"/>
                    <a:pt x="11715" y="0"/>
                  </a:cubicBezTo>
                </a:path>
              </a:pathLst>
            </a:custGeom>
            <a:solidFill>
              <a:srgbClr val="ACACA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形状">
              <a:extLst>
                <a:ext uri="{FF2B5EF4-FFF2-40B4-BE49-F238E27FC236}">
                  <a16:creationId xmlns:a16="http://schemas.microsoft.com/office/drawing/2014/main" id="{51984AEF-460A-2193-A168-EB89574F965F}"/>
                </a:ext>
              </a:extLst>
            </p:cNvPr>
            <p:cNvSpPr/>
            <p:nvPr/>
          </p:nvSpPr>
          <p:spPr>
            <a:xfrm>
              <a:off x="6848025" y="8366427"/>
              <a:ext cx="24979" cy="24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413" h="21600" extrusionOk="0">
                  <a:moveTo>
                    <a:pt x="12413" y="0"/>
                  </a:moveTo>
                  <a:cubicBezTo>
                    <a:pt x="12413" y="7217"/>
                    <a:pt x="12413" y="14383"/>
                    <a:pt x="12413" y="21600"/>
                  </a:cubicBezTo>
                  <a:cubicBezTo>
                    <a:pt x="-9187" y="14485"/>
                    <a:pt x="3602" y="7268"/>
                    <a:pt x="5308" y="51"/>
                  </a:cubicBezTo>
                  <a:cubicBezTo>
                    <a:pt x="7866" y="51"/>
                    <a:pt x="10139" y="51"/>
                    <a:pt x="12413" y="0"/>
                  </a:cubicBezTo>
                </a:path>
              </a:pathLst>
            </a:custGeom>
            <a:solidFill>
              <a:srgbClr val="D3D3D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形状">
              <a:extLst>
                <a:ext uri="{FF2B5EF4-FFF2-40B4-BE49-F238E27FC236}">
                  <a16:creationId xmlns:a16="http://schemas.microsoft.com/office/drawing/2014/main" id="{A3AD6CB0-B2F8-04B6-B29A-148C288A71B5}"/>
                </a:ext>
              </a:extLst>
            </p:cNvPr>
            <p:cNvSpPr/>
            <p:nvPr/>
          </p:nvSpPr>
          <p:spPr>
            <a:xfrm>
              <a:off x="6976297" y="8547735"/>
              <a:ext cx="26214" cy="354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78" h="21600" extrusionOk="0">
                  <a:moveTo>
                    <a:pt x="14107" y="0"/>
                  </a:moveTo>
                  <a:cubicBezTo>
                    <a:pt x="15870" y="539"/>
                    <a:pt x="18515" y="1042"/>
                    <a:pt x="20278" y="1545"/>
                  </a:cubicBezTo>
                  <a:cubicBezTo>
                    <a:pt x="19396" y="7440"/>
                    <a:pt x="4849" y="13262"/>
                    <a:pt x="882" y="19120"/>
                  </a:cubicBezTo>
                  <a:cubicBezTo>
                    <a:pt x="2645" y="12759"/>
                    <a:pt x="-1322" y="6361"/>
                    <a:pt x="14107" y="0"/>
                  </a:cubicBezTo>
                  <a:close/>
                  <a:moveTo>
                    <a:pt x="0" y="21600"/>
                  </a:moveTo>
                  <a:cubicBezTo>
                    <a:pt x="0" y="20773"/>
                    <a:pt x="441" y="19947"/>
                    <a:pt x="882" y="19120"/>
                  </a:cubicBezTo>
                  <a:cubicBezTo>
                    <a:pt x="882" y="19947"/>
                    <a:pt x="441" y="20773"/>
                    <a:pt x="0" y="21600"/>
                  </a:cubicBezTo>
                  <a:close/>
                </a:path>
              </a:pathLst>
            </a:custGeom>
            <a:solidFill>
              <a:srgbClr val="34343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形状">
              <a:extLst>
                <a:ext uri="{FF2B5EF4-FFF2-40B4-BE49-F238E27FC236}">
                  <a16:creationId xmlns:a16="http://schemas.microsoft.com/office/drawing/2014/main" id="{509E1514-4BF5-6DB6-DD7F-28C4D322ADB8}"/>
                </a:ext>
              </a:extLst>
            </p:cNvPr>
            <p:cNvSpPr/>
            <p:nvPr/>
          </p:nvSpPr>
          <p:spPr>
            <a:xfrm>
              <a:off x="6878418" y="7827682"/>
              <a:ext cx="43776" cy="302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768" h="21600" extrusionOk="0">
                  <a:moveTo>
                    <a:pt x="5627" y="0"/>
                  </a:moveTo>
                  <a:cubicBezTo>
                    <a:pt x="6764" y="5956"/>
                    <a:pt x="8128" y="11911"/>
                    <a:pt x="9720" y="17825"/>
                  </a:cubicBezTo>
                  <a:cubicBezTo>
                    <a:pt x="9947" y="18748"/>
                    <a:pt x="6991" y="20174"/>
                    <a:pt x="16768" y="20216"/>
                  </a:cubicBezTo>
                  <a:cubicBezTo>
                    <a:pt x="11993" y="20677"/>
                    <a:pt x="7673" y="21139"/>
                    <a:pt x="2899" y="21600"/>
                  </a:cubicBezTo>
                  <a:cubicBezTo>
                    <a:pt x="2671" y="16777"/>
                    <a:pt x="1989" y="11995"/>
                    <a:pt x="1762" y="7130"/>
                  </a:cubicBezTo>
                  <a:cubicBezTo>
                    <a:pt x="2671" y="4781"/>
                    <a:pt x="-4832" y="2223"/>
                    <a:pt x="5627" y="0"/>
                  </a:cubicBezTo>
                </a:path>
              </a:pathLst>
            </a:custGeom>
            <a:solidFill>
              <a:srgbClr val="42424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0" name="形状">
              <a:extLst>
                <a:ext uri="{FF2B5EF4-FFF2-40B4-BE49-F238E27FC236}">
                  <a16:creationId xmlns:a16="http://schemas.microsoft.com/office/drawing/2014/main" id="{853DB643-E8C5-041E-33DE-3B2EF9509B3F}"/>
                </a:ext>
              </a:extLst>
            </p:cNvPr>
            <p:cNvSpPr/>
            <p:nvPr/>
          </p:nvSpPr>
          <p:spPr>
            <a:xfrm>
              <a:off x="6177657" y="7560900"/>
              <a:ext cx="20723" cy="209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716" h="21600" extrusionOk="0">
                  <a:moveTo>
                    <a:pt x="15716" y="21600"/>
                  </a:moveTo>
                  <a:cubicBezTo>
                    <a:pt x="-5884" y="14461"/>
                    <a:pt x="1541" y="7261"/>
                    <a:pt x="191" y="61"/>
                  </a:cubicBezTo>
                  <a:cubicBezTo>
                    <a:pt x="5591" y="61"/>
                    <a:pt x="10316" y="61"/>
                    <a:pt x="15716" y="0"/>
                  </a:cubicBezTo>
                  <a:cubicBezTo>
                    <a:pt x="15716" y="7200"/>
                    <a:pt x="15716" y="14400"/>
                    <a:pt x="15716" y="21600"/>
                  </a:cubicBezTo>
                </a:path>
              </a:pathLst>
            </a:custGeom>
            <a:solidFill>
              <a:srgbClr val="64646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1" name="形状">
              <a:extLst>
                <a:ext uri="{FF2B5EF4-FFF2-40B4-BE49-F238E27FC236}">
                  <a16:creationId xmlns:a16="http://schemas.microsoft.com/office/drawing/2014/main" id="{364D8143-ED3D-A7DD-9B3A-449260DFBB1F}"/>
                </a:ext>
              </a:extLst>
            </p:cNvPr>
            <p:cNvSpPr/>
            <p:nvPr/>
          </p:nvSpPr>
          <p:spPr>
            <a:xfrm>
              <a:off x="6333209" y="7617883"/>
              <a:ext cx="20723" cy="206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4379"/>
                    <a:pt x="0" y="7221"/>
                    <a:pt x="0" y="0"/>
                  </a:cubicBezTo>
                  <a:cubicBezTo>
                    <a:pt x="5891" y="0"/>
                    <a:pt x="13745" y="0"/>
                    <a:pt x="21600" y="0"/>
                  </a:cubicBezTo>
                  <a:cubicBezTo>
                    <a:pt x="21600" y="7221"/>
                    <a:pt x="21600" y="14379"/>
                    <a:pt x="21600" y="21600"/>
                  </a:cubicBezTo>
                  <a:cubicBezTo>
                    <a:pt x="15709" y="21600"/>
                    <a:pt x="5891" y="21600"/>
                    <a:pt x="0" y="21600"/>
                  </a:cubicBezTo>
                </a:path>
              </a:pathLst>
            </a:custGeom>
            <a:solidFill>
              <a:srgbClr val="90909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2" name="形状">
              <a:extLst>
                <a:ext uri="{FF2B5EF4-FFF2-40B4-BE49-F238E27FC236}">
                  <a16:creationId xmlns:a16="http://schemas.microsoft.com/office/drawing/2014/main" id="{46B4D903-2F38-328C-988C-591A63B6DB9B}"/>
                </a:ext>
              </a:extLst>
            </p:cNvPr>
            <p:cNvSpPr/>
            <p:nvPr/>
          </p:nvSpPr>
          <p:spPr>
            <a:xfrm>
              <a:off x="6060277" y="7633423"/>
              <a:ext cx="20723" cy="100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2" h="21600" extrusionOk="0">
                  <a:moveTo>
                    <a:pt x="9691" y="0"/>
                  </a:moveTo>
                  <a:cubicBezTo>
                    <a:pt x="18647" y="7158"/>
                    <a:pt x="18647" y="14442"/>
                    <a:pt x="8110" y="21600"/>
                  </a:cubicBezTo>
                  <a:cubicBezTo>
                    <a:pt x="-2953" y="14442"/>
                    <a:pt x="-2953" y="7284"/>
                    <a:pt x="9691" y="0"/>
                  </a:cubicBezTo>
                </a:path>
              </a:pathLst>
            </a:custGeom>
            <a:solidFill>
              <a:srgbClr val="71717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形状">
              <a:extLst>
                <a:ext uri="{FF2B5EF4-FFF2-40B4-BE49-F238E27FC236}">
                  <a16:creationId xmlns:a16="http://schemas.microsoft.com/office/drawing/2014/main" id="{0BD6A072-3CFA-27BB-A5BB-D38A7078E683}"/>
                </a:ext>
              </a:extLst>
            </p:cNvPr>
            <p:cNvSpPr/>
            <p:nvPr/>
          </p:nvSpPr>
          <p:spPr>
            <a:xfrm>
              <a:off x="7258929" y="8850778"/>
              <a:ext cx="31070" cy="140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10" h="21434" extrusionOk="0">
                  <a:moveTo>
                    <a:pt x="1459" y="18540"/>
                  </a:moveTo>
                  <a:cubicBezTo>
                    <a:pt x="3584" y="12330"/>
                    <a:pt x="5708" y="6030"/>
                    <a:pt x="12436" y="0"/>
                  </a:cubicBezTo>
                  <a:cubicBezTo>
                    <a:pt x="14561" y="1440"/>
                    <a:pt x="16331" y="3060"/>
                    <a:pt x="18810" y="4500"/>
                  </a:cubicBezTo>
                  <a:cubicBezTo>
                    <a:pt x="14915" y="10080"/>
                    <a:pt x="11374" y="15840"/>
                    <a:pt x="7479" y="21420"/>
                  </a:cubicBezTo>
                  <a:cubicBezTo>
                    <a:pt x="-2790" y="21600"/>
                    <a:pt x="43" y="19980"/>
                    <a:pt x="1459" y="18540"/>
                  </a:cubicBezTo>
                </a:path>
              </a:pathLst>
            </a:custGeom>
            <a:solidFill>
              <a:srgbClr val="36363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4" name="形状">
              <a:extLst>
                <a:ext uri="{FF2B5EF4-FFF2-40B4-BE49-F238E27FC236}">
                  <a16:creationId xmlns:a16="http://schemas.microsoft.com/office/drawing/2014/main" id="{14C2B6C5-9AFB-31D1-8E11-D4FCD73D1FE3}"/>
                </a:ext>
              </a:extLst>
            </p:cNvPr>
            <p:cNvSpPr/>
            <p:nvPr/>
          </p:nvSpPr>
          <p:spPr>
            <a:xfrm>
              <a:off x="7159162" y="8887040"/>
              <a:ext cx="32391" cy="148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93" h="21372" extrusionOk="0">
                  <a:moveTo>
                    <a:pt x="1493" y="18731"/>
                  </a:moveTo>
                  <a:cubicBezTo>
                    <a:pt x="4922" y="12488"/>
                    <a:pt x="5264" y="6075"/>
                    <a:pt x="12807" y="0"/>
                  </a:cubicBezTo>
                  <a:cubicBezTo>
                    <a:pt x="14522" y="1856"/>
                    <a:pt x="16579" y="3713"/>
                    <a:pt x="18293" y="5484"/>
                  </a:cubicBezTo>
                  <a:cubicBezTo>
                    <a:pt x="14522" y="10716"/>
                    <a:pt x="11093" y="15947"/>
                    <a:pt x="7322" y="21347"/>
                  </a:cubicBezTo>
                  <a:cubicBezTo>
                    <a:pt x="-3307" y="21600"/>
                    <a:pt x="464" y="19912"/>
                    <a:pt x="1493" y="18731"/>
                  </a:cubicBezTo>
                </a:path>
              </a:pathLst>
            </a:custGeom>
            <a:solidFill>
              <a:srgbClr val="3E3E3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5" name="形状">
              <a:extLst>
                <a:ext uri="{FF2B5EF4-FFF2-40B4-BE49-F238E27FC236}">
                  <a16:creationId xmlns:a16="http://schemas.microsoft.com/office/drawing/2014/main" id="{F4E2476E-A83B-E665-61BE-548C4000E867}"/>
                </a:ext>
              </a:extLst>
            </p:cNvPr>
            <p:cNvSpPr/>
            <p:nvPr/>
          </p:nvSpPr>
          <p:spPr>
            <a:xfrm>
              <a:off x="6801053" y="8330165"/>
              <a:ext cx="20722" cy="90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043" h="21600" extrusionOk="0">
                  <a:moveTo>
                    <a:pt x="0" y="21600"/>
                  </a:moveTo>
                  <a:cubicBezTo>
                    <a:pt x="0" y="15205"/>
                    <a:pt x="0" y="8953"/>
                    <a:pt x="0" y="0"/>
                  </a:cubicBezTo>
                  <a:cubicBezTo>
                    <a:pt x="21600" y="9095"/>
                    <a:pt x="9391" y="15489"/>
                    <a:pt x="0" y="21600"/>
                  </a:cubicBezTo>
                </a:path>
              </a:pathLst>
            </a:custGeom>
            <a:solidFill>
              <a:srgbClr val="9C9C9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6" name="形状">
              <a:extLst>
                <a:ext uri="{FF2B5EF4-FFF2-40B4-BE49-F238E27FC236}">
                  <a16:creationId xmlns:a16="http://schemas.microsoft.com/office/drawing/2014/main" id="{F95307D6-A63B-6BFE-DBD5-85EE0BAE13F4}"/>
                </a:ext>
              </a:extLst>
            </p:cNvPr>
            <p:cNvSpPr/>
            <p:nvPr/>
          </p:nvSpPr>
          <p:spPr>
            <a:xfrm>
              <a:off x="6102736" y="7604932"/>
              <a:ext cx="20723" cy="139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600" y="7230"/>
                    <a:pt x="21600" y="14370"/>
                    <a:pt x="21600" y="21600"/>
                  </a:cubicBezTo>
                  <a:cubicBezTo>
                    <a:pt x="13292" y="21600"/>
                    <a:pt x="6646" y="21600"/>
                    <a:pt x="0" y="21600"/>
                  </a:cubicBezTo>
                  <a:cubicBezTo>
                    <a:pt x="0" y="14370"/>
                    <a:pt x="0" y="7230"/>
                    <a:pt x="0" y="0"/>
                  </a:cubicBezTo>
                  <a:cubicBezTo>
                    <a:pt x="6646" y="0"/>
                    <a:pt x="13292" y="0"/>
                    <a:pt x="21600" y="0"/>
                  </a:cubicBezTo>
                </a:path>
              </a:pathLst>
            </a:custGeom>
            <a:solidFill>
              <a:srgbClr val="F7F7F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7" name="形状">
              <a:extLst>
                <a:ext uri="{FF2B5EF4-FFF2-40B4-BE49-F238E27FC236}">
                  <a16:creationId xmlns:a16="http://schemas.microsoft.com/office/drawing/2014/main" id="{F75E006D-BE2A-3F35-48C2-591D0076324B}"/>
                </a:ext>
              </a:extLst>
            </p:cNvPr>
            <p:cNvSpPr/>
            <p:nvPr/>
          </p:nvSpPr>
          <p:spPr>
            <a:xfrm>
              <a:off x="5996170" y="7659324"/>
              <a:ext cx="20722" cy="82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556" h="21600" extrusionOk="0">
                  <a:moveTo>
                    <a:pt x="5795" y="0"/>
                  </a:moveTo>
                  <a:cubicBezTo>
                    <a:pt x="15613" y="6128"/>
                    <a:pt x="12078" y="12409"/>
                    <a:pt x="11293" y="21600"/>
                  </a:cubicBezTo>
                  <a:cubicBezTo>
                    <a:pt x="-5987" y="12715"/>
                    <a:pt x="297" y="6281"/>
                    <a:pt x="5795" y="0"/>
                  </a:cubicBezTo>
                </a:path>
              </a:pathLst>
            </a:custGeom>
            <a:solidFill>
              <a:srgbClr val="C0C0C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8" name="形状">
              <a:extLst>
                <a:ext uri="{FF2B5EF4-FFF2-40B4-BE49-F238E27FC236}">
                  <a16:creationId xmlns:a16="http://schemas.microsoft.com/office/drawing/2014/main" id="{E128093A-7381-70FD-799B-103B0486BA26}"/>
                </a:ext>
              </a:extLst>
            </p:cNvPr>
            <p:cNvSpPr/>
            <p:nvPr/>
          </p:nvSpPr>
          <p:spPr>
            <a:xfrm>
              <a:off x="5912640" y="7688381"/>
              <a:ext cx="25328" cy="36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79" extrusionOk="0">
                  <a:moveTo>
                    <a:pt x="21600" y="9650"/>
                  </a:moveTo>
                  <a:cubicBezTo>
                    <a:pt x="21109" y="16629"/>
                    <a:pt x="18655" y="21281"/>
                    <a:pt x="8345" y="20616"/>
                  </a:cubicBezTo>
                  <a:cubicBezTo>
                    <a:pt x="491" y="19619"/>
                    <a:pt x="0" y="15299"/>
                    <a:pt x="0" y="10979"/>
                  </a:cubicBezTo>
                  <a:cubicBezTo>
                    <a:pt x="0" y="5663"/>
                    <a:pt x="1964" y="13"/>
                    <a:pt x="11291" y="13"/>
                  </a:cubicBezTo>
                  <a:cubicBezTo>
                    <a:pt x="21600" y="-319"/>
                    <a:pt x="21109" y="5995"/>
                    <a:pt x="21600" y="9650"/>
                  </a:cubicBezTo>
                </a:path>
              </a:pathLst>
            </a:custGeom>
            <a:solidFill>
              <a:srgbClr val="C2C2C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59" name="形状">
              <a:extLst>
                <a:ext uri="{FF2B5EF4-FFF2-40B4-BE49-F238E27FC236}">
                  <a16:creationId xmlns:a16="http://schemas.microsoft.com/office/drawing/2014/main" id="{F4424E97-2B19-060F-A2DD-8F4E88C02730}"/>
                </a:ext>
              </a:extLst>
            </p:cNvPr>
            <p:cNvSpPr/>
            <p:nvPr/>
          </p:nvSpPr>
          <p:spPr>
            <a:xfrm>
              <a:off x="6791363" y="8239511"/>
              <a:ext cx="20722" cy="48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4233" h="21600" extrusionOk="0">
                  <a:moveTo>
                    <a:pt x="4521" y="21600"/>
                  </a:moveTo>
                  <a:cubicBezTo>
                    <a:pt x="-561" y="13012"/>
                    <a:pt x="-4373" y="6246"/>
                    <a:pt x="10451" y="0"/>
                  </a:cubicBezTo>
                  <a:cubicBezTo>
                    <a:pt x="17227" y="8067"/>
                    <a:pt x="14686" y="14313"/>
                    <a:pt x="4521" y="21600"/>
                  </a:cubicBezTo>
                </a:path>
              </a:pathLst>
            </a:custGeom>
            <a:solidFill>
              <a:srgbClr val="6666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0" name="形状">
              <a:extLst>
                <a:ext uri="{FF2B5EF4-FFF2-40B4-BE49-F238E27FC236}">
                  <a16:creationId xmlns:a16="http://schemas.microsoft.com/office/drawing/2014/main" id="{2236D36C-32F1-66DB-596E-11733E86717B}"/>
                </a:ext>
              </a:extLst>
            </p:cNvPr>
            <p:cNvSpPr/>
            <p:nvPr/>
          </p:nvSpPr>
          <p:spPr>
            <a:xfrm>
              <a:off x="9785169" y="11074852"/>
              <a:ext cx="355667" cy="56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1" h="21415" extrusionOk="0">
                  <a:moveTo>
                    <a:pt x="19831" y="5413"/>
                  </a:moveTo>
                  <a:cubicBezTo>
                    <a:pt x="20177" y="8609"/>
                    <a:pt x="20558" y="11629"/>
                    <a:pt x="20835" y="14648"/>
                  </a:cubicBezTo>
                  <a:cubicBezTo>
                    <a:pt x="20973" y="16478"/>
                    <a:pt x="20904" y="18329"/>
                    <a:pt x="20904" y="20181"/>
                  </a:cubicBezTo>
                  <a:cubicBezTo>
                    <a:pt x="20904" y="20820"/>
                    <a:pt x="20627" y="21393"/>
                    <a:pt x="19450" y="21415"/>
                  </a:cubicBezTo>
                  <a:cubicBezTo>
                    <a:pt x="18238" y="21437"/>
                    <a:pt x="17961" y="20886"/>
                    <a:pt x="17927" y="20247"/>
                  </a:cubicBezTo>
                  <a:cubicBezTo>
                    <a:pt x="17892" y="19101"/>
                    <a:pt x="17788" y="17933"/>
                    <a:pt x="17961" y="16786"/>
                  </a:cubicBezTo>
                  <a:cubicBezTo>
                    <a:pt x="18135" y="15662"/>
                    <a:pt x="17719" y="15199"/>
                    <a:pt x="15711" y="15089"/>
                  </a:cubicBezTo>
                  <a:cubicBezTo>
                    <a:pt x="12077" y="14913"/>
                    <a:pt x="8511" y="14737"/>
                    <a:pt x="4842" y="14825"/>
                  </a:cubicBezTo>
                  <a:cubicBezTo>
                    <a:pt x="481" y="14957"/>
                    <a:pt x="-627" y="14053"/>
                    <a:pt x="308" y="11408"/>
                  </a:cubicBezTo>
                  <a:cubicBezTo>
                    <a:pt x="1138" y="8874"/>
                    <a:pt x="2004" y="6317"/>
                    <a:pt x="2904" y="3804"/>
                  </a:cubicBezTo>
                  <a:cubicBezTo>
                    <a:pt x="3354" y="2570"/>
                    <a:pt x="4011" y="1336"/>
                    <a:pt x="5431" y="388"/>
                  </a:cubicBezTo>
                  <a:cubicBezTo>
                    <a:pt x="5915" y="101"/>
                    <a:pt x="6435" y="-163"/>
                    <a:pt x="7127" y="124"/>
                  </a:cubicBezTo>
                  <a:cubicBezTo>
                    <a:pt x="7542" y="300"/>
                    <a:pt x="7750" y="586"/>
                    <a:pt x="7542" y="873"/>
                  </a:cubicBezTo>
                  <a:cubicBezTo>
                    <a:pt x="5119" y="3804"/>
                    <a:pt x="5638" y="7066"/>
                    <a:pt x="4600" y="10152"/>
                  </a:cubicBezTo>
                  <a:cubicBezTo>
                    <a:pt x="3735" y="12775"/>
                    <a:pt x="3908" y="12841"/>
                    <a:pt x="8338" y="12687"/>
                  </a:cubicBezTo>
                  <a:cubicBezTo>
                    <a:pt x="11073" y="12621"/>
                    <a:pt x="13773" y="12775"/>
                    <a:pt x="16438" y="13216"/>
                  </a:cubicBezTo>
                  <a:cubicBezTo>
                    <a:pt x="17788" y="13436"/>
                    <a:pt x="18169" y="13216"/>
                    <a:pt x="18238" y="12356"/>
                  </a:cubicBezTo>
                  <a:cubicBezTo>
                    <a:pt x="18342" y="10615"/>
                    <a:pt x="18585" y="8896"/>
                    <a:pt x="18827" y="7177"/>
                  </a:cubicBezTo>
                  <a:cubicBezTo>
                    <a:pt x="18861" y="6648"/>
                    <a:pt x="18585" y="6008"/>
                    <a:pt x="19831" y="5413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1" name="形状">
              <a:extLst>
                <a:ext uri="{FF2B5EF4-FFF2-40B4-BE49-F238E27FC236}">
                  <a16:creationId xmlns:a16="http://schemas.microsoft.com/office/drawing/2014/main" id="{FAE66457-0615-63D6-9C2B-14189271628D}"/>
                </a:ext>
              </a:extLst>
            </p:cNvPr>
            <p:cNvSpPr/>
            <p:nvPr/>
          </p:nvSpPr>
          <p:spPr>
            <a:xfrm>
              <a:off x="9447883" y="4368869"/>
              <a:ext cx="212071" cy="521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2" h="21467" extrusionOk="0">
                  <a:moveTo>
                    <a:pt x="12545" y="12050"/>
                  </a:moveTo>
                  <a:cubicBezTo>
                    <a:pt x="9831" y="13354"/>
                    <a:pt x="7636" y="14391"/>
                    <a:pt x="5442" y="15429"/>
                  </a:cubicBezTo>
                  <a:cubicBezTo>
                    <a:pt x="4171" y="16008"/>
                    <a:pt x="2612" y="16298"/>
                    <a:pt x="1052" y="15743"/>
                  </a:cubicBezTo>
                  <a:cubicBezTo>
                    <a:pt x="-738" y="15091"/>
                    <a:pt x="13" y="14415"/>
                    <a:pt x="1399" y="13788"/>
                  </a:cubicBezTo>
                  <a:cubicBezTo>
                    <a:pt x="3189" y="12943"/>
                    <a:pt x="4922" y="12074"/>
                    <a:pt x="6539" y="11157"/>
                  </a:cubicBezTo>
                  <a:cubicBezTo>
                    <a:pt x="9658" y="9347"/>
                    <a:pt x="11679" y="7489"/>
                    <a:pt x="10235" y="5124"/>
                  </a:cubicBezTo>
                  <a:cubicBezTo>
                    <a:pt x="9427" y="3796"/>
                    <a:pt x="9831" y="2373"/>
                    <a:pt x="11159" y="1045"/>
                  </a:cubicBezTo>
                  <a:cubicBezTo>
                    <a:pt x="11795" y="418"/>
                    <a:pt x="12776" y="-65"/>
                    <a:pt x="14567" y="7"/>
                  </a:cubicBezTo>
                  <a:cubicBezTo>
                    <a:pt x="16184" y="104"/>
                    <a:pt x="16877" y="538"/>
                    <a:pt x="17281" y="1118"/>
                  </a:cubicBezTo>
                  <a:cubicBezTo>
                    <a:pt x="18148" y="2228"/>
                    <a:pt x="18552" y="3386"/>
                    <a:pt x="18148" y="4496"/>
                  </a:cubicBezTo>
                  <a:cubicBezTo>
                    <a:pt x="17166" y="6886"/>
                    <a:pt x="18263" y="9106"/>
                    <a:pt x="19360" y="11399"/>
                  </a:cubicBezTo>
                  <a:cubicBezTo>
                    <a:pt x="20689" y="14102"/>
                    <a:pt x="20862" y="16901"/>
                    <a:pt x="20862" y="19701"/>
                  </a:cubicBezTo>
                  <a:cubicBezTo>
                    <a:pt x="20862" y="20594"/>
                    <a:pt x="20458" y="21438"/>
                    <a:pt x="17859" y="21463"/>
                  </a:cubicBezTo>
                  <a:cubicBezTo>
                    <a:pt x="15087" y="21535"/>
                    <a:pt x="14394" y="20690"/>
                    <a:pt x="14394" y="19677"/>
                  </a:cubicBezTo>
                  <a:cubicBezTo>
                    <a:pt x="14394" y="17215"/>
                    <a:pt x="13758" y="14777"/>
                    <a:pt x="12545" y="12050"/>
                  </a:cubicBezTo>
                </a:path>
              </a:pathLst>
            </a:custGeom>
            <a:solidFill>
              <a:srgbClr val="03030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2" name="形状">
              <a:extLst>
                <a:ext uri="{FF2B5EF4-FFF2-40B4-BE49-F238E27FC236}">
                  <a16:creationId xmlns:a16="http://schemas.microsoft.com/office/drawing/2014/main" id="{5BB8B81F-550E-2CEB-002D-F6BB2B867DC1}"/>
                </a:ext>
              </a:extLst>
            </p:cNvPr>
            <p:cNvSpPr/>
            <p:nvPr/>
          </p:nvSpPr>
          <p:spPr>
            <a:xfrm>
              <a:off x="9624351" y="8881425"/>
              <a:ext cx="557156" cy="628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79" h="20985" extrusionOk="0">
                  <a:moveTo>
                    <a:pt x="13425" y="2244"/>
                  </a:moveTo>
                  <a:cubicBezTo>
                    <a:pt x="10324" y="2166"/>
                    <a:pt x="7353" y="2754"/>
                    <a:pt x="4382" y="3264"/>
                  </a:cubicBezTo>
                  <a:cubicBezTo>
                    <a:pt x="3363" y="3440"/>
                    <a:pt x="2365" y="3656"/>
                    <a:pt x="1367" y="3224"/>
                  </a:cubicBezTo>
                  <a:cubicBezTo>
                    <a:pt x="695" y="2950"/>
                    <a:pt x="175" y="2519"/>
                    <a:pt x="500" y="1774"/>
                  </a:cubicBezTo>
                  <a:cubicBezTo>
                    <a:pt x="782" y="1088"/>
                    <a:pt x="1346" y="1107"/>
                    <a:pt x="2040" y="1323"/>
                  </a:cubicBezTo>
                  <a:cubicBezTo>
                    <a:pt x="3710" y="1833"/>
                    <a:pt x="5314" y="1343"/>
                    <a:pt x="6919" y="1049"/>
                  </a:cubicBezTo>
                  <a:cubicBezTo>
                    <a:pt x="9435" y="578"/>
                    <a:pt x="11929" y="127"/>
                    <a:pt x="14510" y="49"/>
                  </a:cubicBezTo>
                  <a:cubicBezTo>
                    <a:pt x="15420" y="29"/>
                    <a:pt x="16657" y="-245"/>
                    <a:pt x="17090" y="755"/>
                  </a:cubicBezTo>
                  <a:cubicBezTo>
                    <a:pt x="17546" y="1852"/>
                    <a:pt x="16526" y="2558"/>
                    <a:pt x="15681" y="3166"/>
                  </a:cubicBezTo>
                  <a:cubicBezTo>
                    <a:pt x="13816" y="4498"/>
                    <a:pt x="11864" y="5753"/>
                    <a:pt x="9955" y="7066"/>
                  </a:cubicBezTo>
                  <a:cubicBezTo>
                    <a:pt x="9543" y="7340"/>
                    <a:pt x="9196" y="7674"/>
                    <a:pt x="8546" y="8164"/>
                  </a:cubicBezTo>
                  <a:cubicBezTo>
                    <a:pt x="9717" y="8340"/>
                    <a:pt x="10606" y="8458"/>
                    <a:pt x="11517" y="8615"/>
                  </a:cubicBezTo>
                  <a:cubicBezTo>
                    <a:pt x="15204" y="9203"/>
                    <a:pt x="18045" y="10967"/>
                    <a:pt x="19801" y="13985"/>
                  </a:cubicBezTo>
                  <a:cubicBezTo>
                    <a:pt x="21406" y="16808"/>
                    <a:pt x="20517" y="18925"/>
                    <a:pt x="17242" y="20022"/>
                  </a:cubicBezTo>
                  <a:cubicBezTo>
                    <a:pt x="13230" y="21355"/>
                    <a:pt x="9088" y="21198"/>
                    <a:pt x="4989" y="20199"/>
                  </a:cubicBezTo>
                  <a:cubicBezTo>
                    <a:pt x="3666" y="19885"/>
                    <a:pt x="2387" y="19473"/>
                    <a:pt x="1086" y="19121"/>
                  </a:cubicBezTo>
                  <a:cubicBezTo>
                    <a:pt x="348" y="18905"/>
                    <a:pt x="-194" y="18532"/>
                    <a:pt x="66" y="17768"/>
                  </a:cubicBezTo>
                  <a:cubicBezTo>
                    <a:pt x="348" y="16925"/>
                    <a:pt x="1042" y="17082"/>
                    <a:pt x="1736" y="17298"/>
                  </a:cubicBezTo>
                  <a:cubicBezTo>
                    <a:pt x="4057" y="18023"/>
                    <a:pt x="6399" y="18689"/>
                    <a:pt x="8806" y="18983"/>
                  </a:cubicBezTo>
                  <a:cubicBezTo>
                    <a:pt x="11235" y="19277"/>
                    <a:pt x="13599" y="19199"/>
                    <a:pt x="15811" y="18199"/>
                  </a:cubicBezTo>
                  <a:cubicBezTo>
                    <a:pt x="18001" y="17200"/>
                    <a:pt x="18457" y="15553"/>
                    <a:pt x="17069" y="13730"/>
                  </a:cubicBezTo>
                  <a:cubicBezTo>
                    <a:pt x="15616" y="11849"/>
                    <a:pt x="13534" y="10869"/>
                    <a:pt x="11083" y="10477"/>
                  </a:cubicBezTo>
                  <a:cubicBezTo>
                    <a:pt x="9565" y="10241"/>
                    <a:pt x="8025" y="10163"/>
                    <a:pt x="6507" y="9987"/>
                  </a:cubicBezTo>
                  <a:cubicBezTo>
                    <a:pt x="5792" y="9889"/>
                    <a:pt x="4924" y="9967"/>
                    <a:pt x="4686" y="9124"/>
                  </a:cubicBezTo>
                  <a:cubicBezTo>
                    <a:pt x="4447" y="8281"/>
                    <a:pt x="5271" y="7968"/>
                    <a:pt x="5813" y="7576"/>
                  </a:cubicBezTo>
                  <a:cubicBezTo>
                    <a:pt x="8307" y="5792"/>
                    <a:pt x="10736" y="3910"/>
                    <a:pt x="13425" y="2244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3" name="形状">
              <a:extLst>
                <a:ext uri="{FF2B5EF4-FFF2-40B4-BE49-F238E27FC236}">
                  <a16:creationId xmlns:a16="http://schemas.microsoft.com/office/drawing/2014/main" id="{C8200B51-E561-7813-6600-02491DC1DF63}"/>
                </a:ext>
              </a:extLst>
            </p:cNvPr>
            <p:cNvSpPr/>
            <p:nvPr/>
          </p:nvSpPr>
          <p:spPr>
            <a:xfrm>
              <a:off x="7231449" y="9112380"/>
              <a:ext cx="22280" cy="17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49" h="21600" extrusionOk="0">
                  <a:moveTo>
                    <a:pt x="17249" y="924"/>
                  </a:moveTo>
                  <a:cubicBezTo>
                    <a:pt x="13572" y="7816"/>
                    <a:pt x="9436" y="14637"/>
                    <a:pt x="4840" y="21600"/>
                  </a:cubicBezTo>
                  <a:cubicBezTo>
                    <a:pt x="-4351" y="14211"/>
                    <a:pt x="704" y="7034"/>
                    <a:pt x="10355" y="0"/>
                  </a:cubicBezTo>
                  <a:cubicBezTo>
                    <a:pt x="14032" y="71"/>
                    <a:pt x="16330" y="355"/>
                    <a:pt x="17249" y="924"/>
                  </a:cubicBezTo>
                </a:path>
              </a:pathLst>
            </a:custGeom>
            <a:solidFill>
              <a:srgbClr val="BEBEB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4" name="形状">
              <a:extLst>
                <a:ext uri="{FF2B5EF4-FFF2-40B4-BE49-F238E27FC236}">
                  <a16:creationId xmlns:a16="http://schemas.microsoft.com/office/drawing/2014/main" id="{FFE8A216-C7CF-E4D1-AA99-97124A3E6A27}"/>
                </a:ext>
              </a:extLst>
            </p:cNvPr>
            <p:cNvSpPr/>
            <p:nvPr/>
          </p:nvSpPr>
          <p:spPr>
            <a:xfrm>
              <a:off x="7243960" y="8972514"/>
              <a:ext cx="27912" cy="147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50" y="21600"/>
                  </a:moveTo>
                  <a:cubicBezTo>
                    <a:pt x="4500" y="21171"/>
                    <a:pt x="2700" y="20829"/>
                    <a:pt x="0" y="20400"/>
                  </a:cubicBezTo>
                  <a:cubicBezTo>
                    <a:pt x="1800" y="13543"/>
                    <a:pt x="4050" y="6686"/>
                    <a:pt x="13950" y="0"/>
                  </a:cubicBezTo>
                  <a:cubicBezTo>
                    <a:pt x="16200" y="943"/>
                    <a:pt x="18900" y="1886"/>
                    <a:pt x="21600" y="2829"/>
                  </a:cubicBezTo>
                  <a:cubicBezTo>
                    <a:pt x="16650" y="9000"/>
                    <a:pt x="11700" y="15343"/>
                    <a:pt x="6750" y="21600"/>
                  </a:cubicBezTo>
                </a:path>
              </a:pathLst>
            </a:custGeom>
            <a:solidFill>
              <a:srgbClr val="7C7C7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5" name="形状">
              <a:extLst>
                <a:ext uri="{FF2B5EF4-FFF2-40B4-BE49-F238E27FC236}">
                  <a16:creationId xmlns:a16="http://schemas.microsoft.com/office/drawing/2014/main" id="{92763259-F391-6B73-D7CE-DDE89C38010F}"/>
                </a:ext>
              </a:extLst>
            </p:cNvPr>
            <p:cNvSpPr/>
            <p:nvPr/>
          </p:nvSpPr>
          <p:spPr>
            <a:xfrm>
              <a:off x="7148460" y="9019136"/>
              <a:ext cx="22363" cy="1289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02" h="21600" extrusionOk="0">
                  <a:moveTo>
                    <a:pt x="10146" y="0"/>
                  </a:moveTo>
                  <a:cubicBezTo>
                    <a:pt x="12780" y="982"/>
                    <a:pt x="16468" y="2062"/>
                    <a:pt x="19102" y="3044"/>
                  </a:cubicBezTo>
                  <a:cubicBezTo>
                    <a:pt x="14361" y="9229"/>
                    <a:pt x="9092" y="15415"/>
                    <a:pt x="3297" y="21600"/>
                  </a:cubicBezTo>
                  <a:cubicBezTo>
                    <a:pt x="-2498" y="14236"/>
                    <a:pt x="-918" y="6971"/>
                    <a:pt x="10146" y="0"/>
                  </a:cubicBezTo>
                </a:path>
              </a:pathLst>
            </a:custGeom>
            <a:solidFill>
              <a:srgbClr val="A8A8A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6" name="形状">
              <a:extLst>
                <a:ext uri="{FF2B5EF4-FFF2-40B4-BE49-F238E27FC236}">
                  <a16:creationId xmlns:a16="http://schemas.microsoft.com/office/drawing/2014/main" id="{1FDE4CB0-E4BE-A079-BEBB-BEFA890FBD93}"/>
                </a:ext>
              </a:extLst>
            </p:cNvPr>
            <p:cNvSpPr/>
            <p:nvPr/>
          </p:nvSpPr>
          <p:spPr>
            <a:xfrm>
              <a:off x="9525463" y="6196641"/>
              <a:ext cx="354067" cy="49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5" h="20866" extrusionOk="0">
                  <a:moveTo>
                    <a:pt x="19898" y="8771"/>
                  </a:moveTo>
                  <a:cubicBezTo>
                    <a:pt x="20002" y="10990"/>
                    <a:pt x="18578" y="12494"/>
                    <a:pt x="15800" y="13358"/>
                  </a:cubicBezTo>
                  <a:cubicBezTo>
                    <a:pt x="14307" y="13826"/>
                    <a:pt x="12709" y="14147"/>
                    <a:pt x="11181" y="14492"/>
                  </a:cubicBezTo>
                  <a:cubicBezTo>
                    <a:pt x="9202" y="14985"/>
                    <a:pt x="7188" y="15379"/>
                    <a:pt x="5382" y="16193"/>
                  </a:cubicBezTo>
                  <a:cubicBezTo>
                    <a:pt x="4722" y="16514"/>
                    <a:pt x="3923" y="16958"/>
                    <a:pt x="4167" y="17574"/>
                  </a:cubicBezTo>
                  <a:cubicBezTo>
                    <a:pt x="4479" y="18363"/>
                    <a:pt x="5556" y="18018"/>
                    <a:pt x="6285" y="17944"/>
                  </a:cubicBezTo>
                  <a:cubicBezTo>
                    <a:pt x="10140" y="17549"/>
                    <a:pt x="14029" y="17204"/>
                    <a:pt x="17953" y="17229"/>
                  </a:cubicBezTo>
                  <a:cubicBezTo>
                    <a:pt x="19342" y="17229"/>
                    <a:pt x="21009" y="17081"/>
                    <a:pt x="20974" y="18511"/>
                  </a:cubicBezTo>
                  <a:cubicBezTo>
                    <a:pt x="20974" y="19842"/>
                    <a:pt x="19377" y="19694"/>
                    <a:pt x="18127" y="19694"/>
                  </a:cubicBezTo>
                  <a:cubicBezTo>
                    <a:pt x="14029" y="19719"/>
                    <a:pt x="9966" y="20188"/>
                    <a:pt x="5938" y="20730"/>
                  </a:cubicBezTo>
                  <a:cubicBezTo>
                    <a:pt x="3715" y="21026"/>
                    <a:pt x="1597" y="20952"/>
                    <a:pt x="486" y="19325"/>
                  </a:cubicBezTo>
                  <a:cubicBezTo>
                    <a:pt x="-591" y="17722"/>
                    <a:pt x="242" y="16292"/>
                    <a:pt x="1805" y="15059"/>
                  </a:cubicBezTo>
                  <a:cubicBezTo>
                    <a:pt x="3229" y="13900"/>
                    <a:pt x="5174" y="13333"/>
                    <a:pt x="7188" y="12889"/>
                  </a:cubicBezTo>
                  <a:cubicBezTo>
                    <a:pt x="9202" y="12421"/>
                    <a:pt x="11251" y="12100"/>
                    <a:pt x="13195" y="11582"/>
                  </a:cubicBezTo>
                  <a:cubicBezTo>
                    <a:pt x="16738" y="10645"/>
                    <a:pt x="17779" y="8796"/>
                    <a:pt x="16286" y="6330"/>
                  </a:cubicBezTo>
                  <a:cubicBezTo>
                    <a:pt x="15349" y="4727"/>
                    <a:pt x="13786" y="3470"/>
                    <a:pt x="11702" y="2582"/>
                  </a:cubicBezTo>
                  <a:cubicBezTo>
                    <a:pt x="8507" y="1251"/>
                    <a:pt x="6042" y="1966"/>
                    <a:pt x="5000" y="4481"/>
                  </a:cubicBezTo>
                  <a:cubicBezTo>
                    <a:pt x="4826" y="4974"/>
                    <a:pt x="4757" y="5516"/>
                    <a:pt x="4583" y="6010"/>
                  </a:cubicBezTo>
                  <a:cubicBezTo>
                    <a:pt x="4375" y="6675"/>
                    <a:pt x="4931" y="7859"/>
                    <a:pt x="3229" y="7711"/>
                  </a:cubicBezTo>
                  <a:cubicBezTo>
                    <a:pt x="1944" y="7563"/>
                    <a:pt x="2395" y="6552"/>
                    <a:pt x="2430" y="5886"/>
                  </a:cubicBezTo>
                  <a:cubicBezTo>
                    <a:pt x="2465" y="4851"/>
                    <a:pt x="2847" y="3840"/>
                    <a:pt x="3472" y="2903"/>
                  </a:cubicBezTo>
                  <a:cubicBezTo>
                    <a:pt x="5104" y="314"/>
                    <a:pt x="7952" y="-574"/>
                    <a:pt x="11702" y="363"/>
                  </a:cubicBezTo>
                  <a:cubicBezTo>
                    <a:pt x="16356" y="1547"/>
                    <a:pt x="19898" y="5196"/>
                    <a:pt x="19898" y="8771"/>
                  </a:cubicBezTo>
                </a:path>
              </a:pathLst>
            </a:custGeom>
            <a:solidFill>
              <a:srgbClr val="02020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7" name="形状">
              <a:extLst>
                <a:ext uri="{FF2B5EF4-FFF2-40B4-BE49-F238E27FC236}">
                  <a16:creationId xmlns:a16="http://schemas.microsoft.com/office/drawing/2014/main" id="{132D403A-6DFE-AC01-3B01-98B632CFD8F4}"/>
                </a:ext>
              </a:extLst>
            </p:cNvPr>
            <p:cNvSpPr/>
            <p:nvPr/>
          </p:nvSpPr>
          <p:spPr>
            <a:xfrm>
              <a:off x="6874091" y="7597162"/>
              <a:ext cx="20723" cy="330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365" h="21600" extrusionOk="0">
                  <a:moveTo>
                    <a:pt x="12430" y="15039"/>
                  </a:moveTo>
                  <a:cubicBezTo>
                    <a:pt x="3464" y="17150"/>
                    <a:pt x="10392" y="19413"/>
                    <a:pt x="5502" y="21600"/>
                  </a:cubicBezTo>
                  <a:cubicBezTo>
                    <a:pt x="-4687" y="14426"/>
                    <a:pt x="2241" y="7213"/>
                    <a:pt x="3056" y="0"/>
                  </a:cubicBezTo>
                  <a:cubicBezTo>
                    <a:pt x="3871" y="5026"/>
                    <a:pt x="16913" y="9975"/>
                    <a:pt x="12430" y="15039"/>
                  </a:cubicBezTo>
                </a:path>
              </a:pathLst>
            </a:custGeom>
            <a:solidFill>
              <a:srgbClr val="A0A0A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68" name="形状">
              <a:extLst>
                <a:ext uri="{FF2B5EF4-FFF2-40B4-BE49-F238E27FC236}">
                  <a16:creationId xmlns:a16="http://schemas.microsoft.com/office/drawing/2014/main" id="{DBEBEA57-0B5B-54F8-468F-4A8953F12707}"/>
                </a:ext>
              </a:extLst>
            </p:cNvPr>
            <p:cNvSpPr/>
            <p:nvPr/>
          </p:nvSpPr>
          <p:spPr>
            <a:xfrm>
              <a:off x="6443104" y="7522048"/>
              <a:ext cx="20723" cy="263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2633" h="21600" extrusionOk="0">
                  <a:moveTo>
                    <a:pt x="12633" y="11856"/>
                  </a:moveTo>
                  <a:cubicBezTo>
                    <a:pt x="12633" y="15120"/>
                    <a:pt x="12633" y="18336"/>
                    <a:pt x="12633" y="21600"/>
                  </a:cubicBezTo>
                  <a:cubicBezTo>
                    <a:pt x="4533" y="14400"/>
                    <a:pt x="-8967" y="7200"/>
                    <a:pt x="8583" y="0"/>
                  </a:cubicBezTo>
                  <a:cubicBezTo>
                    <a:pt x="9933" y="3936"/>
                    <a:pt x="11958" y="7920"/>
                    <a:pt x="12633" y="11856"/>
                  </a:cubicBezTo>
                </a:path>
              </a:pathLst>
            </a:custGeom>
            <a:solidFill>
              <a:srgbClr val="24242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7BFF4AF2-40EA-8FC1-E465-B1F968308EFE}"/>
              </a:ext>
            </a:extLst>
          </p:cNvPr>
          <p:cNvSpPr txBox="1"/>
          <p:nvPr/>
        </p:nvSpPr>
        <p:spPr>
          <a:xfrm>
            <a:off x="20985046" y="5868678"/>
            <a:ext cx="2901574" cy="37959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dirty="0"/>
              <a:t>Solver</a:t>
            </a:r>
          </a:p>
          <a:p>
            <a:pPr algn="l"/>
            <a:endParaRPr lang="fr-FR" dirty="0"/>
          </a:p>
          <a:p>
            <a:pPr marL="0" marR="0" indent="0" algn="l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dirty="0"/>
              <a:t>C</a:t>
            </a:r>
          </a:p>
          <a:p>
            <a:pPr algn="l"/>
            <a:endParaRPr lang="fr-FR" dirty="0"/>
          </a:p>
          <a:p>
            <a:pPr algn="l"/>
            <a:endParaRPr lang="fr-FR" dirty="0"/>
          </a:p>
          <a:p>
            <a:pPr algn="l"/>
            <a:r>
              <a:rPr lang="fr-FR" dirty="0" err="1"/>
              <a:t>Class_weight</a:t>
            </a:r>
            <a:endParaRPr lang="fr-FR"/>
          </a:p>
          <a:p>
            <a:pPr algn="l"/>
            <a:endParaRPr lang="fr-FR" dirty="0"/>
          </a:p>
          <a:p>
            <a:pPr algn="l"/>
            <a:r>
              <a:rPr lang="fr-FR" dirty="0" err="1"/>
              <a:t>Max_iter</a:t>
            </a:r>
            <a:endParaRPr lang="fr-FR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7C851494-B052-BD94-71ED-3C8D5D73D2C9}"/>
              </a:ext>
            </a:extLst>
          </p:cNvPr>
          <p:cNvSpPr txBox="1"/>
          <p:nvPr/>
        </p:nvSpPr>
        <p:spPr>
          <a:xfrm>
            <a:off x="12109997" y="7215822"/>
            <a:ext cx="4920343" cy="1056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0" i="1" u="none" strike="noStrike" baseline="0" err="1">
                <a:solidFill>
                  <a:srgbClr val="5E5E5E"/>
                </a:solidFill>
                <a:latin typeface="Century Gothic"/>
                <a:ea typeface="Century Gothic"/>
                <a:cs typeface="Century Gothic"/>
              </a:rPr>
              <a:t>LogisticRegression</a:t>
            </a:r>
            <a:endParaRPr lang="fr-FR" err="1"/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fr-FR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4169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  <p:bldP spid="19" grpId="0" animBg="1" advAuto="0"/>
      <p:bldP spid="28" grpId="0" animBg="1" advAuto="0"/>
      <p:bldP spid="70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23BA-DF1B-9B9A-25BE-52AD7163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成组">
            <a:extLst>
              <a:ext uri="{FF2B5EF4-FFF2-40B4-BE49-F238E27FC236}">
                <a16:creationId xmlns:a16="http://schemas.microsoft.com/office/drawing/2014/main" id="{0BD11814-18EA-EA21-CCD7-7871B732ECA9}"/>
              </a:ext>
            </a:extLst>
          </p:cNvPr>
          <p:cNvGrpSpPr/>
          <p:nvPr/>
        </p:nvGrpSpPr>
        <p:grpSpPr>
          <a:xfrm>
            <a:off x="435670" y="213965"/>
            <a:ext cx="11304235" cy="2775296"/>
            <a:chOff x="-1126310" y="-61278"/>
            <a:chExt cx="11304234" cy="2775292"/>
          </a:xfrm>
        </p:grpSpPr>
        <p:sp>
          <p:nvSpPr>
            <p:cNvPr id="4" name="工作成果">
              <a:extLst>
                <a:ext uri="{FF2B5EF4-FFF2-40B4-BE49-F238E27FC236}">
                  <a16:creationId xmlns:a16="http://schemas.microsoft.com/office/drawing/2014/main" id="{6EC5624C-A9F8-8E7C-0337-9956A3158F7F}"/>
                </a:ext>
              </a:extLst>
            </p:cNvPr>
            <p:cNvSpPr txBox="1"/>
            <p:nvPr/>
          </p:nvSpPr>
          <p:spPr>
            <a:xfrm>
              <a:off x="-1126310" y="-61278"/>
              <a:ext cx="9114675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3. </a:t>
              </a:r>
              <a:r>
                <a:rPr lang="tr-TR" sz="9600" b="1" err="1">
                  <a:solidFill>
                    <a:srgbClr val="474747"/>
                  </a:solidFill>
                  <a:ea typeface="宋体"/>
                  <a:cs typeface="+mn-ea"/>
                  <a:sym typeface="+mn-lt"/>
                </a:rPr>
                <a:t>Modélisation</a:t>
              </a:r>
              <a:endParaRPr lang="tr-TR" altLang="zh-CN" sz="9600" b="1" err="1">
                <a:ea typeface="宋体"/>
                <a:cs typeface="+mn-ea"/>
              </a:endParaRPr>
            </a:p>
          </p:txBody>
        </p:sp>
        <p:sp>
          <p:nvSpPr>
            <p:cNvPr id="5" name="What We Do">
              <a:extLst>
                <a:ext uri="{FF2B5EF4-FFF2-40B4-BE49-F238E27FC236}">
                  <a16:creationId xmlns:a16="http://schemas.microsoft.com/office/drawing/2014/main" id="{95772421-1974-58B5-E337-F9AC326BB899}"/>
                </a:ext>
              </a:extLst>
            </p:cNvPr>
            <p:cNvSpPr txBox="1"/>
            <p:nvPr/>
          </p:nvSpPr>
          <p:spPr>
            <a:xfrm>
              <a:off x="-773791" y="1595761"/>
              <a:ext cx="10951715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 dirty="0">
                  <a:ea typeface="+mn-ea"/>
                  <a:cs typeface="+mn-ea"/>
                  <a:sym typeface="+mn-lt"/>
                </a:rPr>
                <a:t>3.4 Déséquilibre et solution</a:t>
              </a:r>
              <a:endParaRPr sz="6600" i="1" dirty="0" err="1"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1" name="成组">
            <a:extLst>
              <a:ext uri="{FF2B5EF4-FFF2-40B4-BE49-F238E27FC236}">
                <a16:creationId xmlns:a16="http://schemas.microsoft.com/office/drawing/2014/main" id="{AC15969E-8DF8-1175-AED8-641E91E931D2}"/>
              </a:ext>
            </a:extLst>
          </p:cNvPr>
          <p:cNvGrpSpPr/>
          <p:nvPr/>
        </p:nvGrpSpPr>
        <p:grpSpPr>
          <a:xfrm>
            <a:off x="2536173" y="4138376"/>
            <a:ext cx="17613474" cy="6241564"/>
            <a:chOff x="11719673" y="9419663"/>
            <a:chExt cx="14158255" cy="6241564"/>
          </a:xfrm>
        </p:grpSpPr>
        <p:sp>
          <p:nvSpPr>
            <p:cNvPr id="33" name="你的市场目标">
              <a:extLst>
                <a:ext uri="{FF2B5EF4-FFF2-40B4-BE49-F238E27FC236}">
                  <a16:creationId xmlns:a16="http://schemas.microsoft.com/office/drawing/2014/main" id="{CD62566B-F342-4648-3BBA-76C4C1F6394E}"/>
                </a:ext>
              </a:extLst>
            </p:cNvPr>
            <p:cNvSpPr txBox="1"/>
            <p:nvPr/>
          </p:nvSpPr>
          <p:spPr>
            <a:xfrm>
              <a:off x="12653607" y="9419663"/>
              <a:ext cx="13224321" cy="841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r>
                <a:rPr lang="tr-TR" sz="4800" dirty="0" err="1">
                  <a:latin typeface="Century Gothic"/>
                  <a:ea typeface="+mn-ea"/>
                  <a:cs typeface="+mn-ea"/>
                  <a:sym typeface="+mn-lt"/>
                </a:rPr>
                <a:t>Affinement</a:t>
              </a:r>
              <a:r>
                <a:rPr lang="tr-TR" sz="4800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4800" dirty="0" err="1">
                  <a:latin typeface="Century Gothic"/>
                  <a:ea typeface="+mn-ea"/>
                  <a:cs typeface="+mn-ea"/>
                  <a:sym typeface="+mn-lt"/>
                </a:rPr>
                <a:t>des</a:t>
              </a:r>
              <a:r>
                <a:rPr lang="tr-TR" sz="4800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4800" dirty="0" err="1">
                  <a:latin typeface="Century Gothic"/>
                  <a:ea typeface="+mn-ea"/>
                  <a:cs typeface="+mn-ea"/>
                  <a:sym typeface="+mn-lt"/>
                </a:rPr>
                <a:t>paramètres</a:t>
              </a:r>
              <a:r>
                <a:rPr lang="tr-TR" sz="4800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4800" dirty="0">
                  <a:ea typeface="+mn-ea"/>
                  <a:cs typeface="+mn-ea"/>
                </a:rPr>
                <a:t>de la </a:t>
              </a:r>
              <a:r>
                <a:rPr lang="tr-TR" sz="4800" dirty="0" err="1">
                  <a:ea typeface="+mn-ea"/>
                  <a:cs typeface="+mn-ea"/>
                </a:rPr>
                <a:t>Régression</a:t>
              </a:r>
              <a:r>
                <a:rPr lang="tr-TR" sz="4800" dirty="0">
                  <a:ea typeface="+mn-ea"/>
                  <a:cs typeface="+mn-ea"/>
                </a:rPr>
                <a:t> </a:t>
              </a:r>
              <a:r>
                <a:rPr lang="tr-TR" sz="4800" dirty="0" err="1">
                  <a:ea typeface="+mn-ea"/>
                  <a:cs typeface="+mn-ea"/>
                </a:rPr>
                <a:t>Logistique</a:t>
              </a:r>
              <a:endParaRPr lang="tr-TR" sz="4800" dirty="0">
                <a:ea typeface="+mn-ea"/>
                <a:cs typeface="+mn-ea"/>
              </a:endParaRPr>
            </a:p>
          </p:txBody>
        </p:sp>
        <p:sp>
          <p:nvSpPr>
            <p:cNvPr id="34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B022F0BC-1E7A-00AA-DA2E-F7293460691A}"/>
                </a:ext>
              </a:extLst>
            </p:cNvPr>
            <p:cNvSpPr txBox="1"/>
            <p:nvPr/>
          </p:nvSpPr>
          <p:spPr>
            <a:xfrm>
              <a:off x="13275456" y="10887933"/>
              <a:ext cx="9952505" cy="4773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2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r>
                <a:rPr lang="en-US" i="1" dirty="0">
                  <a:ea typeface="+mn-ea"/>
                  <a:cs typeface="+mn-ea"/>
                </a:rPr>
                <a:t>Part trop </a:t>
              </a:r>
              <a:r>
                <a:rPr lang="en-US" i="1" dirty="0" err="1">
                  <a:ea typeface="+mn-ea"/>
                  <a:cs typeface="+mn-ea"/>
                </a:rPr>
                <a:t>faible</a:t>
              </a:r>
              <a:r>
                <a:rPr lang="en-US" i="1" dirty="0">
                  <a:ea typeface="+mn-ea"/>
                  <a:cs typeface="+mn-ea"/>
                </a:rPr>
                <a:t> de "Oui" dans le set de données</a:t>
              </a:r>
            </a:p>
            <a:p>
              <a:r>
                <a:rPr lang="en-US" i="1" dirty="0">
                  <a:ea typeface="+mn-ea"/>
                  <a:cs typeface="+mn-ea"/>
                </a:rPr>
                <a:t>Solutions </a:t>
              </a:r>
              <a:r>
                <a:rPr lang="en-US" i="1" dirty="0" err="1">
                  <a:ea typeface="+mn-ea"/>
                  <a:cs typeface="+mn-ea"/>
                </a:rPr>
                <a:t>testées</a:t>
              </a:r>
              <a:r>
                <a:rPr lang="en-US" i="1" dirty="0">
                  <a:ea typeface="+mn-ea"/>
                  <a:cs typeface="+mn-ea"/>
                </a:rPr>
                <a:t> :</a:t>
              </a:r>
              <a:endParaRPr lang="en-US" dirty="0">
                <a:ea typeface="+mn-ea"/>
                <a:cs typeface="+mn-ea"/>
              </a:endParaRPr>
            </a:p>
            <a:p>
              <a:r>
                <a:rPr lang="en-US" i="1" dirty="0">
                  <a:ea typeface="+mn-ea"/>
                  <a:cs typeface="+mn-ea"/>
                </a:rPr>
                <a:t> </a:t>
              </a:r>
              <a:r>
                <a:rPr lang="en-US" i="1" err="1">
                  <a:ea typeface="+mn-ea"/>
                  <a:cs typeface="+mn-ea"/>
                </a:rPr>
                <a:t>Class_weigth</a:t>
              </a:r>
              <a:r>
                <a:rPr lang="en-US" i="1" dirty="0">
                  <a:ea typeface="+mn-ea"/>
                  <a:cs typeface="+mn-ea"/>
                </a:rPr>
                <a:t> </a:t>
              </a:r>
              <a:br>
                <a:rPr lang="en-US" i="1" dirty="0">
                  <a:ea typeface="+mn-ea"/>
                  <a:cs typeface="+mn-ea"/>
                </a:rPr>
              </a:br>
              <a:r>
                <a:rPr lang="en-US" i="1" dirty="0">
                  <a:ea typeface="+mn-ea"/>
                  <a:cs typeface="+mn-ea"/>
                </a:rPr>
                <a:t> Oversampling via Smote</a:t>
              </a:r>
            </a:p>
            <a:p>
              <a:r>
                <a:rPr lang="en-US" i="1" dirty="0">
                  <a:ea typeface="+mn-ea"/>
                  <a:cs typeface="+mn-ea"/>
                </a:rPr>
                <a:t> </a:t>
              </a:r>
              <a:r>
                <a:rPr lang="en-US" i="1" dirty="0" err="1">
                  <a:ea typeface="+mn-ea"/>
                  <a:cs typeface="+mn-ea"/>
                </a:rPr>
                <a:t>Undersampling</a:t>
              </a:r>
              <a:r>
                <a:rPr lang="en-US" i="1" dirty="0">
                  <a:ea typeface="+mn-ea"/>
                  <a:cs typeface="+mn-ea"/>
                </a:rPr>
                <a:t>(pour tester la </a:t>
              </a:r>
              <a:r>
                <a:rPr lang="en-US" i="1" dirty="0" err="1">
                  <a:ea typeface="+mn-ea"/>
                  <a:cs typeface="+mn-ea"/>
                </a:rPr>
                <a:t>fonctionnalité</a:t>
              </a:r>
              <a:r>
                <a:rPr lang="en-US" i="1" dirty="0">
                  <a:ea typeface="+mn-ea"/>
                  <a:cs typeface="+mn-ea"/>
                </a:rPr>
                <a:t>)</a:t>
              </a:r>
            </a:p>
            <a:p>
              <a:endParaRPr lang="en-US" i="1" dirty="0">
                <a:ea typeface="+mn-ea"/>
                <a:cs typeface="+mn-ea"/>
              </a:endParaRPr>
            </a:p>
            <a:p>
              <a:endParaRPr lang="en-US" i="1" dirty="0">
                <a:ea typeface="+mn-ea"/>
                <a:cs typeface="+mn-ea"/>
              </a:endParaRPr>
            </a:p>
            <a:p>
              <a:r>
                <a:rPr lang="en-US" i="1" dirty="0" err="1">
                  <a:ea typeface="+mn-ea"/>
                  <a:cs typeface="+mn-ea"/>
                </a:rPr>
                <a:t>Retenu</a:t>
              </a:r>
              <a:r>
                <a:rPr lang="en-US" i="1" dirty="0">
                  <a:ea typeface="+mn-ea"/>
                  <a:cs typeface="+mn-ea"/>
                </a:rPr>
                <a:t> </a:t>
              </a:r>
              <a:r>
                <a:rPr lang="en-US" i="1" dirty="0" err="1">
                  <a:ea typeface="+mn-ea"/>
                  <a:cs typeface="+mn-ea"/>
                </a:rPr>
                <a:t>class_weigth</a:t>
              </a:r>
            </a:p>
          </p:txBody>
        </p:sp>
        <p:pic>
          <p:nvPicPr>
            <p:cNvPr id="35" name="形状" descr="形状">
              <a:extLst>
                <a:ext uri="{FF2B5EF4-FFF2-40B4-BE49-F238E27FC236}">
                  <a16:creationId xmlns:a16="http://schemas.microsoft.com/office/drawing/2014/main" id="{E18A053D-9EF3-2BC2-5843-5BFAC623C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19673" y="9613830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2" name="Image 31" descr="Une image contenant texte, capture d’écran, ligne, conception&#10;&#10;Le contenu généré par l’IA peut être incorrect.">
            <a:extLst>
              <a:ext uri="{FF2B5EF4-FFF2-40B4-BE49-F238E27FC236}">
                <a16:creationId xmlns:a16="http://schemas.microsoft.com/office/drawing/2014/main" id="{A69CA785-D67C-57EA-D498-BD50763DB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4185" y="6486599"/>
            <a:ext cx="8482461" cy="53366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形状">
            <a:extLst>
              <a:ext uri="{FF2B5EF4-FFF2-40B4-BE49-F238E27FC236}">
                <a16:creationId xmlns:a16="http://schemas.microsoft.com/office/drawing/2014/main" id="{272D2E62-734F-251D-F297-6E707676D902}"/>
              </a:ext>
            </a:extLst>
          </p:cNvPr>
          <p:cNvSpPr/>
          <p:nvPr/>
        </p:nvSpPr>
        <p:spPr>
          <a:xfrm>
            <a:off x="3455250" y="2952220"/>
            <a:ext cx="6869740" cy="153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3" name="Image 12" descr="Esquisse déséquilibrée des échelles de justice — Image vectorielle">
            <a:extLst>
              <a:ext uri="{FF2B5EF4-FFF2-40B4-BE49-F238E27FC236}">
                <a16:creationId xmlns:a16="http://schemas.microsoft.com/office/drawing/2014/main" id="{A06417EA-733C-B0B2-AC0B-F1F4E68B3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5882" y="386326"/>
            <a:ext cx="3899808" cy="39705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45634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成组">
            <a:extLst>
              <a:ext uri="{FF2B5EF4-FFF2-40B4-BE49-F238E27FC236}">
                <a16:creationId xmlns:a16="http://schemas.microsoft.com/office/drawing/2014/main" id="{C9205DA8-6CF4-B7EC-D9B6-6FB30993C0A8}"/>
              </a:ext>
            </a:extLst>
          </p:cNvPr>
          <p:cNvGrpSpPr/>
          <p:nvPr/>
        </p:nvGrpSpPr>
        <p:grpSpPr>
          <a:xfrm>
            <a:off x="3973464" y="3173902"/>
            <a:ext cx="15865091" cy="3057247"/>
            <a:chOff x="3993961" y="5230059"/>
            <a:chExt cx="11472078" cy="3057247"/>
          </a:xfrm>
        </p:grpSpPr>
        <p:sp>
          <p:nvSpPr>
            <p:cNvPr id="18" name="你的市场目标">
              <a:extLst>
                <a:ext uri="{FF2B5EF4-FFF2-40B4-BE49-F238E27FC236}">
                  <a16:creationId xmlns:a16="http://schemas.microsoft.com/office/drawing/2014/main" id="{E9E8AC77-FDC5-C4AB-8D89-76BA5D524255}"/>
                </a:ext>
              </a:extLst>
            </p:cNvPr>
            <p:cNvSpPr txBox="1"/>
            <p:nvPr/>
          </p:nvSpPr>
          <p:spPr>
            <a:xfrm>
              <a:off x="3993961" y="5230059"/>
              <a:ext cx="11472078" cy="30572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r>
                <a:rPr lang="tr-TR" sz="4800" err="1">
                  <a:latin typeface="Century Gothic"/>
                  <a:ea typeface="+mn-ea"/>
                  <a:cs typeface="+mn-ea"/>
                </a:rPr>
                <a:t>Testé</a:t>
              </a:r>
              <a:r>
                <a:rPr lang="tr-TR" sz="4800" dirty="0">
                  <a:latin typeface="Century Gothic"/>
                  <a:ea typeface="+mn-ea"/>
                  <a:cs typeface="+mn-ea"/>
                </a:rPr>
                <a:t> :  </a:t>
              </a:r>
              <a:endParaRPr lang="tr-TR" sz="4800">
                <a:latin typeface="Century Gothic"/>
                <a:ea typeface="+mn-ea"/>
                <a:cs typeface="+mn-ea"/>
                <a:sym typeface="+mn-lt"/>
              </a:endParaRPr>
            </a:p>
            <a:p>
              <a:r>
                <a:rPr lang="tr-TR" sz="4800" dirty="0">
                  <a:latin typeface="Century Gothic"/>
                  <a:ea typeface="+mn-ea"/>
                  <a:cs typeface="+mn-ea"/>
                  <a:sym typeface="+mn-lt"/>
                </a:rPr>
                <a:t> 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Score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Fbeta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=2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ou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 5 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comme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critère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 de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latin typeface="Century Gothic"/>
                  <a:ea typeface="+mn-ea"/>
                  <a:cs typeface="+mn-ea"/>
                  <a:sym typeface="+mn-lt"/>
                </a:rPr>
                <a:t>choix</a:t>
              </a:r>
              <a:endParaRPr lang="tr-TR" sz="4800">
                <a:solidFill>
                  <a:schemeClr val="bg1">
                    <a:lumMod val="49000"/>
                  </a:schemeClr>
                </a:solidFill>
                <a:latin typeface="Century Gothic"/>
                <a:ea typeface="+mn-ea"/>
                <a:cs typeface="+mn-ea"/>
              </a:endParaRPr>
            </a:p>
            <a:p>
              <a:r>
                <a:rPr lang="tr-TR" sz="4800" dirty="0" err="1">
                  <a:ea typeface="+mn-ea"/>
                  <a:cs typeface="+mn-ea"/>
                </a:rPr>
                <a:t>Objectif</a:t>
              </a:r>
              <a:r>
                <a:rPr lang="tr-TR" sz="4800" dirty="0">
                  <a:ea typeface="+mn-ea"/>
                  <a:cs typeface="+mn-ea"/>
                </a:rPr>
                <a:t> :</a:t>
              </a:r>
            </a:p>
            <a:p>
              <a:r>
                <a:rPr lang="tr-TR" sz="4800">
                  <a:ea typeface="+mn-ea"/>
                  <a:cs typeface="+mn-ea"/>
                </a:rPr>
                <a:t> 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Recall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imporant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sans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perdre</a:t>
              </a:r>
              <a:r>
                <a:rPr lang="tr-TR" sz="4800" dirty="0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 trop de </a:t>
              </a:r>
              <a:r>
                <a:rPr lang="tr-TR" sz="4800" err="1">
                  <a:solidFill>
                    <a:schemeClr val="bg1">
                      <a:lumMod val="49000"/>
                    </a:schemeClr>
                  </a:solidFill>
                  <a:ea typeface="+mn-ea"/>
                  <a:cs typeface="+mn-ea"/>
                </a:rPr>
                <a:t>précision</a:t>
              </a:r>
              <a:endParaRPr lang="tr-TR" sz="4800">
                <a:solidFill>
                  <a:schemeClr val="bg1">
                    <a:lumMod val="49000"/>
                  </a:schemeClr>
                </a:solidFill>
                <a:ea typeface="+mn-ea"/>
                <a:cs typeface="+mn-ea"/>
              </a:endParaRPr>
            </a:p>
          </p:txBody>
        </p:sp>
        <p:sp>
          <p:nvSpPr>
            <p:cNvPr id="19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8A93A6B8-67FD-A649-6018-65CB71E84A42}"/>
                </a:ext>
              </a:extLst>
            </p:cNvPr>
            <p:cNvSpPr txBox="1"/>
            <p:nvPr/>
          </p:nvSpPr>
          <p:spPr>
            <a:xfrm>
              <a:off x="6695797" y="7174177"/>
              <a:ext cx="6577935" cy="636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2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endParaRPr lang="en-US" i="1">
                <a:ea typeface="+mn-ea"/>
                <a:cs typeface="+mn-ea"/>
              </a:endParaRPr>
            </a:p>
          </p:txBody>
        </p:sp>
      </p:grpSp>
      <p:grpSp>
        <p:nvGrpSpPr>
          <p:cNvPr id="24" name="成组">
            <a:extLst>
              <a:ext uri="{FF2B5EF4-FFF2-40B4-BE49-F238E27FC236}">
                <a16:creationId xmlns:a16="http://schemas.microsoft.com/office/drawing/2014/main" id="{DDEFD5CC-D030-140A-48EE-7F886949DCB8}"/>
              </a:ext>
            </a:extLst>
          </p:cNvPr>
          <p:cNvGrpSpPr/>
          <p:nvPr/>
        </p:nvGrpSpPr>
        <p:grpSpPr>
          <a:xfrm>
            <a:off x="153194" y="185392"/>
            <a:ext cx="14160272" cy="2925102"/>
            <a:chOff x="-180135" y="-232718"/>
            <a:chExt cx="14160271" cy="2925098"/>
          </a:xfrm>
        </p:grpSpPr>
        <p:sp>
          <p:nvSpPr>
            <p:cNvPr id="22" name="工作成果">
              <a:extLst>
                <a:ext uri="{FF2B5EF4-FFF2-40B4-BE49-F238E27FC236}">
                  <a16:creationId xmlns:a16="http://schemas.microsoft.com/office/drawing/2014/main" id="{ECC35BD3-2DB6-0073-EE8C-24F043FBED34}"/>
                </a:ext>
              </a:extLst>
            </p:cNvPr>
            <p:cNvSpPr txBox="1"/>
            <p:nvPr/>
          </p:nvSpPr>
          <p:spPr>
            <a:xfrm>
              <a:off x="-180135" y="-232718"/>
              <a:ext cx="9114675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3. </a:t>
              </a:r>
              <a:r>
                <a:rPr lang="tr-TR" sz="9600" b="1" err="1">
                  <a:solidFill>
                    <a:srgbClr val="474747"/>
                  </a:solidFill>
                  <a:ea typeface="宋体"/>
                  <a:cs typeface="+mn-ea"/>
                  <a:sym typeface="+mn-lt"/>
                </a:rPr>
                <a:t>Modélisation</a:t>
              </a:r>
              <a:endParaRPr lang="tr-TR" altLang="zh-CN" sz="9600" b="1" err="1">
                <a:ea typeface="宋体"/>
                <a:cs typeface="+mn-ea"/>
              </a:endParaRPr>
            </a:p>
          </p:txBody>
        </p:sp>
        <p:sp>
          <p:nvSpPr>
            <p:cNvPr id="23" name="What We Do">
              <a:extLst>
                <a:ext uri="{FF2B5EF4-FFF2-40B4-BE49-F238E27FC236}">
                  <a16:creationId xmlns:a16="http://schemas.microsoft.com/office/drawing/2014/main" id="{EAD110C5-5DE1-2A9A-D8DA-FF93180AC274}"/>
                </a:ext>
              </a:extLst>
            </p:cNvPr>
            <p:cNvSpPr txBox="1"/>
            <p:nvPr/>
          </p:nvSpPr>
          <p:spPr>
            <a:xfrm>
              <a:off x="1217027" y="1574127"/>
              <a:ext cx="12763109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 dirty="0">
                  <a:ea typeface="+mn-ea"/>
                  <a:cs typeface="+mn-ea"/>
                  <a:sym typeface="+mn-lt"/>
                </a:rPr>
                <a:t>3.5 Affinement de la Prédiction</a:t>
              </a:r>
              <a:endParaRPr sz="6600" i="1" dirty="0" err="1"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形状">
            <a:extLst>
              <a:ext uri="{FF2B5EF4-FFF2-40B4-BE49-F238E27FC236}">
                <a16:creationId xmlns:a16="http://schemas.microsoft.com/office/drawing/2014/main" id="{0D1419CF-DDE8-C72F-4077-0A21A8EA6379}"/>
              </a:ext>
            </a:extLst>
          </p:cNvPr>
          <p:cNvSpPr/>
          <p:nvPr/>
        </p:nvSpPr>
        <p:spPr>
          <a:xfrm>
            <a:off x="2824396" y="3092470"/>
            <a:ext cx="9361686" cy="1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Image 1" descr="Une image contenant texte, capture d’écran, diagram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55470F44-A701-ABDA-77B7-7D56D2554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0316" y="7548675"/>
            <a:ext cx="6723289" cy="5682343"/>
          </a:xfrm>
          <a:prstGeom prst="rect">
            <a:avLst/>
          </a:prstGeom>
        </p:spPr>
      </p:pic>
      <p:pic>
        <p:nvPicPr>
          <p:cNvPr id="3" name="Image 2" descr="Une image contenant texte, capture d’écran, Rectangle, diagramme&#10;&#10;Le contenu généré par l’IA peut être incorrect.">
            <a:extLst>
              <a:ext uri="{FF2B5EF4-FFF2-40B4-BE49-F238E27FC236}">
                <a16:creationId xmlns:a16="http://schemas.microsoft.com/office/drawing/2014/main" id="{87BBFAE1-C126-B5F7-104A-5377301D5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704" y="7526492"/>
            <a:ext cx="6723289" cy="568234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B86E945-D4D1-8550-CD8E-AF7B53A8AF11}"/>
              </a:ext>
            </a:extLst>
          </p:cNvPr>
          <p:cNvSpPr txBox="1"/>
          <p:nvPr/>
        </p:nvSpPr>
        <p:spPr>
          <a:xfrm>
            <a:off x="2872250" y="6465599"/>
            <a:ext cx="6226628" cy="1302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4800" dirty="0" err="1">
                <a:latin typeface="Century Gothic"/>
                <a:ea typeface="Century Gothic"/>
                <a:cs typeface="Century Gothic"/>
              </a:rPr>
              <a:t>Pour</a:t>
            </a:r>
            <a:r>
              <a:rPr lang="tr-TR" sz="4800" dirty="0">
                <a:latin typeface="Century Gothic"/>
                <a:ea typeface="Century Gothic"/>
                <a:cs typeface="Century Gothic"/>
              </a:rPr>
              <a:t> un </a:t>
            </a:r>
            <a:r>
              <a:rPr lang="tr-TR" sz="4800" dirty="0" err="1">
                <a:latin typeface="Century Gothic"/>
                <a:ea typeface="Century Gothic"/>
                <a:cs typeface="Century Gothic"/>
              </a:rPr>
              <a:t>Fbeta</a:t>
            </a:r>
            <a:r>
              <a:rPr lang="tr-TR" sz="4800" b="0" i="0" u="none" strike="noStrike" baseline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=2</a:t>
            </a:r>
            <a:endParaRPr lang="tr-TR" sz="4800" dirty="0"/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SentyTEA ÂµÙ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15C6960-B5A6-E677-9774-A6808D1BCB76}"/>
              </a:ext>
            </a:extLst>
          </p:cNvPr>
          <p:cNvSpPr txBox="1"/>
          <p:nvPr/>
        </p:nvSpPr>
        <p:spPr>
          <a:xfrm>
            <a:off x="15657985" y="6487096"/>
            <a:ext cx="5334000" cy="13246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4800" dirty="0" err="1">
                <a:latin typeface="Century Gothic"/>
                <a:ea typeface="Century Gothic"/>
                <a:cs typeface="Century Gothic"/>
              </a:rPr>
              <a:t>Pour</a:t>
            </a:r>
            <a:r>
              <a:rPr lang="tr-TR" sz="4800" dirty="0">
                <a:latin typeface="Century Gothic"/>
                <a:ea typeface="Century Gothic"/>
                <a:cs typeface="Century Gothic"/>
              </a:rPr>
              <a:t> un </a:t>
            </a:r>
            <a:r>
              <a:rPr lang="tr-TR" sz="4800" dirty="0" err="1">
                <a:latin typeface="Century Gothic"/>
                <a:ea typeface="Century Gothic"/>
                <a:cs typeface="Century Gothic"/>
              </a:rPr>
              <a:t>Fbeta</a:t>
            </a:r>
            <a:r>
              <a:rPr lang="tr-TR" sz="4800" b="0" i="0" u="none" strike="noStrike" baseline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=</a:t>
            </a:r>
            <a:r>
              <a:rPr lang="tr-TR" sz="4800" dirty="0">
                <a:latin typeface="Century Gothic"/>
                <a:ea typeface="Century Gothic"/>
                <a:cs typeface="Century Gothic"/>
              </a:rPr>
              <a:t>5</a:t>
            </a:r>
            <a:endParaRPr lang="fr-FR" dirty="0"/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SentyTEA ÂµÙ"/>
            </a:endParaRPr>
          </a:p>
        </p:txBody>
      </p:sp>
    </p:spTree>
    <p:extLst>
      <p:ext uri="{BB962C8B-B14F-4D97-AF65-F5344CB8AC3E}">
        <p14:creationId xmlns:p14="http://schemas.microsoft.com/office/powerpoint/2010/main" val="14754873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4F541-4E67-7A02-1372-C8608C9D1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成组">
            <a:extLst>
              <a:ext uri="{FF2B5EF4-FFF2-40B4-BE49-F238E27FC236}">
                <a16:creationId xmlns:a16="http://schemas.microsoft.com/office/drawing/2014/main" id="{33A54533-3CEF-50C3-636D-D12C7AE163BE}"/>
              </a:ext>
            </a:extLst>
          </p:cNvPr>
          <p:cNvGrpSpPr/>
          <p:nvPr/>
        </p:nvGrpSpPr>
        <p:grpSpPr>
          <a:xfrm>
            <a:off x="1939862" y="3727467"/>
            <a:ext cx="9827299" cy="2318583"/>
            <a:chOff x="3446434" y="5588917"/>
            <a:chExt cx="9827298" cy="2318583"/>
          </a:xfrm>
        </p:grpSpPr>
        <p:sp>
          <p:nvSpPr>
            <p:cNvPr id="18" name="你的市场目标">
              <a:extLst>
                <a:ext uri="{FF2B5EF4-FFF2-40B4-BE49-F238E27FC236}">
                  <a16:creationId xmlns:a16="http://schemas.microsoft.com/office/drawing/2014/main" id="{0FDE9264-6E84-35B3-BE11-988ACEBD72A7}"/>
                </a:ext>
              </a:extLst>
            </p:cNvPr>
            <p:cNvSpPr txBox="1"/>
            <p:nvPr/>
          </p:nvSpPr>
          <p:spPr>
            <a:xfrm>
              <a:off x="3446434" y="5588917"/>
              <a:ext cx="9450455" cy="23185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6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r>
                <a:rPr lang="tr-TR" sz="4800" dirty="0" err="1">
                  <a:latin typeface="Century Gothic"/>
                  <a:ea typeface="+mn-ea"/>
                  <a:cs typeface="+mn-ea"/>
                </a:rPr>
                <a:t>Critère</a:t>
              </a:r>
              <a:r>
                <a:rPr lang="tr-TR" sz="4800" dirty="0">
                  <a:latin typeface="Century Gothic"/>
                  <a:ea typeface="+mn-ea"/>
                  <a:cs typeface="+mn-ea"/>
                </a:rPr>
                <a:t> de </a:t>
              </a:r>
              <a:r>
                <a:rPr lang="tr-TR" sz="4800" dirty="0" err="1">
                  <a:latin typeface="Century Gothic"/>
                  <a:ea typeface="+mn-ea"/>
                  <a:cs typeface="+mn-ea"/>
                </a:rPr>
                <a:t>choix</a:t>
              </a:r>
              <a:r>
                <a:rPr lang="tr-TR" sz="4800" dirty="0">
                  <a:latin typeface="Century Gothic"/>
                  <a:ea typeface="+mn-ea"/>
                  <a:cs typeface="+mn-ea"/>
                </a:rPr>
                <a:t>:</a:t>
              </a:r>
              <a:endParaRPr lang="fr-FR" sz="5400" dirty="0">
                <a:latin typeface="Century Gothic"/>
                <a:ea typeface="+mn-ea"/>
                <a:cs typeface="+mn-ea"/>
              </a:endParaRPr>
            </a:p>
            <a:p>
              <a:r>
                <a:rPr lang="tr-TR" sz="4800" dirty="0">
                  <a:latin typeface="Century Gothic"/>
                  <a:ea typeface="+mn-ea"/>
                  <a:cs typeface="+mn-ea"/>
                </a:rPr>
                <a:t> </a:t>
              </a:r>
              <a:r>
                <a:rPr lang="tr-TR" sz="4800" dirty="0" err="1">
                  <a:latin typeface="Century Gothic"/>
                  <a:ea typeface="+mn-ea"/>
                  <a:cs typeface="+mn-ea"/>
                </a:rPr>
                <a:t>Score</a:t>
              </a:r>
              <a:r>
                <a:rPr lang="tr-TR" sz="4800" dirty="0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sz="4800" dirty="0" err="1">
                  <a:latin typeface="Century Gothic"/>
                  <a:ea typeface="+mn-ea"/>
                  <a:cs typeface="+mn-ea"/>
                  <a:sym typeface="+mn-lt"/>
                </a:rPr>
                <a:t>Fbeta</a:t>
              </a:r>
              <a:r>
                <a:rPr lang="tr-TR" sz="4800" dirty="0">
                  <a:latin typeface="Century Gothic"/>
                  <a:ea typeface="+mn-ea"/>
                  <a:cs typeface="+mn-ea"/>
                  <a:sym typeface="+mn-lt"/>
                </a:rPr>
                <a:t>=2 + </a:t>
              </a:r>
              <a:r>
                <a:rPr lang="tr-TR" sz="4800" dirty="0" err="1">
                  <a:latin typeface="Century Gothic"/>
                  <a:ea typeface="+mn-ea"/>
                  <a:cs typeface="+mn-ea"/>
                  <a:sym typeface="+mn-lt"/>
                </a:rPr>
                <a:t>Grisearch</a:t>
              </a:r>
              <a:endParaRPr lang="tr-TR" sz="4800" dirty="0" err="1">
                <a:latin typeface="Century Gothic"/>
                <a:ea typeface="+mn-ea"/>
                <a:cs typeface="+mn-ea"/>
              </a:endParaRPr>
            </a:p>
            <a:p>
              <a:endParaRPr lang="tr-TR" sz="4800" dirty="0">
                <a:ea typeface="+mn-ea"/>
                <a:cs typeface="+mn-ea"/>
              </a:endParaRPr>
            </a:p>
          </p:txBody>
        </p:sp>
        <p:sp>
          <p:nvSpPr>
            <p:cNvPr id="19" name="此处添加详细文本描述，建议与标题相关并符合整体语言风格，语言描述尽量简洁生动。">
              <a:extLst>
                <a:ext uri="{FF2B5EF4-FFF2-40B4-BE49-F238E27FC236}">
                  <a16:creationId xmlns:a16="http://schemas.microsoft.com/office/drawing/2014/main" id="{090148EE-AF5A-FF41-BCEE-EB7C1A05AC6F}"/>
                </a:ext>
              </a:extLst>
            </p:cNvPr>
            <p:cNvSpPr txBox="1"/>
            <p:nvPr/>
          </p:nvSpPr>
          <p:spPr>
            <a:xfrm>
              <a:off x="6695797" y="7174177"/>
              <a:ext cx="6577935" cy="636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l" defTabSz="825500" rtl="0" fontAlgn="auto" latinLnBrk="0" hangingPunct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200" b="0" i="0" u="none" strike="noStrike" cap="none" spc="0" normalizeH="0" baseline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endParaRPr lang="en-US" i="1">
                <a:ea typeface="+mn-ea"/>
                <a:cs typeface="+mn-ea"/>
              </a:endParaRPr>
            </a:p>
          </p:txBody>
        </p:sp>
      </p:grpSp>
      <p:grpSp>
        <p:nvGrpSpPr>
          <p:cNvPr id="24" name="成组">
            <a:extLst>
              <a:ext uri="{FF2B5EF4-FFF2-40B4-BE49-F238E27FC236}">
                <a16:creationId xmlns:a16="http://schemas.microsoft.com/office/drawing/2014/main" id="{B0FC555E-10B3-D64C-1AEA-611F2BC01DD1}"/>
              </a:ext>
            </a:extLst>
          </p:cNvPr>
          <p:cNvGrpSpPr/>
          <p:nvPr/>
        </p:nvGrpSpPr>
        <p:grpSpPr>
          <a:xfrm>
            <a:off x="153194" y="185392"/>
            <a:ext cx="12051856" cy="2946736"/>
            <a:chOff x="-180135" y="-232718"/>
            <a:chExt cx="12051855" cy="2946732"/>
          </a:xfrm>
        </p:grpSpPr>
        <p:sp>
          <p:nvSpPr>
            <p:cNvPr id="22" name="工作成果">
              <a:extLst>
                <a:ext uri="{FF2B5EF4-FFF2-40B4-BE49-F238E27FC236}">
                  <a16:creationId xmlns:a16="http://schemas.microsoft.com/office/drawing/2014/main" id="{5A40C453-2787-4665-6C04-FEDCBC29AA0A}"/>
                </a:ext>
              </a:extLst>
            </p:cNvPr>
            <p:cNvSpPr txBox="1"/>
            <p:nvPr/>
          </p:nvSpPr>
          <p:spPr>
            <a:xfrm>
              <a:off x="-180135" y="-232718"/>
              <a:ext cx="9114675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3. </a:t>
              </a:r>
              <a:r>
                <a:rPr lang="tr-TR" sz="9600" b="1" err="1">
                  <a:solidFill>
                    <a:srgbClr val="474747"/>
                  </a:solidFill>
                  <a:ea typeface="宋体"/>
                  <a:cs typeface="+mn-ea"/>
                  <a:sym typeface="+mn-lt"/>
                </a:rPr>
                <a:t>Modélisation</a:t>
              </a:r>
              <a:endParaRPr lang="tr-TR" altLang="zh-CN" sz="9600" b="1" err="1">
                <a:ea typeface="宋体"/>
                <a:cs typeface="+mn-ea"/>
              </a:endParaRPr>
            </a:p>
          </p:txBody>
        </p:sp>
        <p:sp>
          <p:nvSpPr>
            <p:cNvPr id="23" name="What We Do">
              <a:extLst>
                <a:ext uri="{FF2B5EF4-FFF2-40B4-BE49-F238E27FC236}">
                  <a16:creationId xmlns:a16="http://schemas.microsoft.com/office/drawing/2014/main" id="{3FF9FDB2-C1F1-524B-DAFF-FF5DBC1309A4}"/>
                </a:ext>
              </a:extLst>
            </p:cNvPr>
            <p:cNvSpPr txBox="1"/>
            <p:nvPr/>
          </p:nvSpPr>
          <p:spPr>
            <a:xfrm>
              <a:off x="1075496" y="1595761"/>
              <a:ext cx="10796224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 dirty="0">
                  <a:ea typeface="+mn-ea"/>
                  <a:cs typeface="+mn-ea"/>
                  <a:sym typeface="+mn-lt"/>
                </a:rPr>
                <a:t>3.6 Affinement du Modèle</a:t>
              </a:r>
              <a:endParaRPr sz="6600" i="1" dirty="0" err="1"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25" name="Image 24" descr="Une image contenant texte, Tracé, ligne, diagramme&#10;&#10;Le contenu généré par l’IA peut être incorrect.">
            <a:extLst>
              <a:ext uri="{FF2B5EF4-FFF2-40B4-BE49-F238E27FC236}">
                <a16:creationId xmlns:a16="http://schemas.microsoft.com/office/drawing/2014/main" id="{9F2016CA-25DB-52B6-D172-6BF861F10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3606" y="1858202"/>
            <a:ext cx="11345287" cy="6063821"/>
          </a:xfrm>
          <a:prstGeom prst="rect">
            <a:avLst/>
          </a:prstGeom>
          <a:ln>
            <a:noFill/>
          </a:ln>
        </p:spPr>
      </p:pic>
      <p:pic>
        <p:nvPicPr>
          <p:cNvPr id="28" name="Image 27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F3F980BC-4AB8-7022-0479-84D263B8F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961" y="7884674"/>
            <a:ext cx="7242092" cy="5553198"/>
          </a:xfrm>
          <a:prstGeom prst="rect">
            <a:avLst/>
          </a:prstGeom>
          <a:ln>
            <a:noFill/>
          </a:ln>
        </p:spPr>
      </p:pic>
      <p:pic>
        <p:nvPicPr>
          <p:cNvPr id="29" name="Image 28" descr="Une image contenant capture d’écran, texte, Caractère coloré, Rectangle&#10;&#10;Le contenu généré par l’IA peut être incorrect.">
            <a:extLst>
              <a:ext uri="{FF2B5EF4-FFF2-40B4-BE49-F238E27FC236}">
                <a16:creationId xmlns:a16="http://schemas.microsoft.com/office/drawing/2014/main" id="{7758EB29-4AFB-B0B0-62D2-2010A5A47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77" y="6806409"/>
            <a:ext cx="8304315" cy="67229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3" name="你的市场目标">
            <a:extLst>
              <a:ext uri="{FF2B5EF4-FFF2-40B4-BE49-F238E27FC236}">
                <a16:creationId xmlns:a16="http://schemas.microsoft.com/office/drawing/2014/main" id="{1AAA8965-BDDF-D9D4-B7B4-39134DC79CA6}"/>
              </a:ext>
            </a:extLst>
          </p:cNvPr>
          <p:cNvSpPr txBox="1"/>
          <p:nvPr/>
        </p:nvSpPr>
        <p:spPr>
          <a:xfrm>
            <a:off x="18244650" y="8802883"/>
            <a:ext cx="5325176" cy="31803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xmlns="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r>
              <a:rPr lang="tr-TR" sz="4000" dirty="0">
                <a:latin typeface="Century Gothic"/>
                <a:ea typeface="+mn-ea"/>
                <a:cs typeface="+mn-ea"/>
                <a:sym typeface="+mn-lt"/>
              </a:rPr>
              <a:t>Optimal </a:t>
            </a:r>
            <a:r>
              <a:rPr lang="tr-TR" sz="4000" dirty="0" err="1">
                <a:latin typeface="Century Gothic"/>
                <a:ea typeface="+mn-ea"/>
                <a:cs typeface="+mn-ea"/>
                <a:sym typeface="+mn-lt"/>
              </a:rPr>
              <a:t>threshold</a:t>
            </a:r>
            <a:r>
              <a:rPr lang="tr-TR" sz="4000" dirty="0">
                <a:latin typeface="Century Gothic"/>
                <a:ea typeface="+mn-ea"/>
                <a:cs typeface="+mn-ea"/>
                <a:sym typeface="+mn-lt"/>
              </a:rPr>
              <a:t> :</a:t>
            </a:r>
            <a:endParaRPr lang="fr-FR" sz="4000" dirty="0">
              <a:latin typeface="Century Gothic"/>
              <a:ea typeface="+mn-ea"/>
              <a:cs typeface="+mn-ea"/>
            </a:endParaRPr>
          </a:p>
          <a:p>
            <a:r>
              <a:rPr lang="tr-TR" sz="4000" dirty="0">
                <a:ea typeface="+mn-ea"/>
                <a:cs typeface="+mn-ea"/>
              </a:rPr>
              <a:t>0.801</a:t>
            </a:r>
          </a:p>
          <a:p>
            <a:r>
              <a:rPr lang="tr-TR" sz="4000" dirty="0" err="1">
                <a:ea typeface="+mn-ea"/>
                <a:cs typeface="+mn-ea"/>
              </a:rPr>
              <a:t>Recall</a:t>
            </a:r>
            <a:r>
              <a:rPr lang="tr-TR" sz="4000" dirty="0">
                <a:ea typeface="+mn-ea"/>
                <a:cs typeface="+mn-ea"/>
              </a:rPr>
              <a:t> </a:t>
            </a:r>
            <a:r>
              <a:rPr lang="tr-TR" sz="4000" dirty="0" err="1">
                <a:ea typeface="+mn-ea"/>
                <a:cs typeface="+mn-ea"/>
              </a:rPr>
              <a:t>important</a:t>
            </a:r>
          </a:p>
          <a:p>
            <a:r>
              <a:rPr lang="tr-TR" sz="4000" err="1">
                <a:ea typeface="+mn-ea"/>
                <a:cs typeface="+mn-ea"/>
              </a:rPr>
              <a:t>Précision</a:t>
            </a:r>
            <a:r>
              <a:rPr lang="tr-TR" sz="4000" dirty="0">
                <a:ea typeface="+mn-ea"/>
                <a:cs typeface="+mn-ea"/>
              </a:rPr>
              <a:t> </a:t>
            </a:r>
            <a:r>
              <a:rPr lang="tr-TR" sz="4000" err="1">
                <a:ea typeface="+mn-ea"/>
                <a:cs typeface="+mn-ea"/>
              </a:rPr>
              <a:t>raisonnable</a:t>
            </a:r>
            <a:endParaRPr lang="tr-TR" sz="4000">
              <a:ea typeface="+mn-ea"/>
              <a:cs typeface="+mn-ea"/>
            </a:endParaRPr>
          </a:p>
          <a:p>
            <a:r>
              <a:rPr lang="tr-TR" sz="4000" dirty="0">
                <a:ea typeface="+mn-ea"/>
                <a:cs typeface="+mn-ea"/>
              </a:rPr>
              <a:t>F2 </a:t>
            </a:r>
            <a:r>
              <a:rPr lang="tr-TR" sz="4000" dirty="0" err="1">
                <a:ea typeface="+mn-ea"/>
                <a:cs typeface="+mn-ea"/>
              </a:rPr>
              <a:t>plateau</a:t>
            </a:r>
          </a:p>
        </p:txBody>
      </p:sp>
      <p:sp>
        <p:nvSpPr>
          <p:cNvPr id="4" name="形状">
            <a:extLst>
              <a:ext uri="{FF2B5EF4-FFF2-40B4-BE49-F238E27FC236}">
                <a16:creationId xmlns:a16="http://schemas.microsoft.com/office/drawing/2014/main" id="{A54828FE-EBA9-C65E-21F1-8978C467469F}"/>
              </a:ext>
            </a:extLst>
          </p:cNvPr>
          <p:cNvSpPr/>
          <p:nvPr/>
        </p:nvSpPr>
        <p:spPr>
          <a:xfrm>
            <a:off x="2824396" y="3092470"/>
            <a:ext cx="9361686" cy="153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7014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dvAuto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23B6-3AA3-D88B-6B5A-559CC4C3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utterstock-1056328244-132760.png" descr="shutterstock-1056328244-132760.png">
            <a:extLst>
              <a:ext uri="{FF2B5EF4-FFF2-40B4-BE49-F238E27FC236}">
                <a16:creationId xmlns:a16="http://schemas.microsoft.com/office/drawing/2014/main" id="{EB9E3CCC-0349-A721-3E44-3637068C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14" y="11254668"/>
            <a:ext cx="3396307" cy="24436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成组">
            <a:extLst>
              <a:ext uri="{FF2B5EF4-FFF2-40B4-BE49-F238E27FC236}">
                <a16:creationId xmlns:a16="http://schemas.microsoft.com/office/drawing/2014/main" id="{6BA9C13D-051B-8CF7-5013-677C1FA0293C}"/>
              </a:ext>
            </a:extLst>
          </p:cNvPr>
          <p:cNvGrpSpPr/>
          <p:nvPr/>
        </p:nvGrpSpPr>
        <p:grpSpPr>
          <a:xfrm>
            <a:off x="305715" y="244043"/>
            <a:ext cx="13178824" cy="2775296"/>
            <a:chOff x="-30997" y="-61278"/>
            <a:chExt cx="13178823" cy="2775292"/>
          </a:xfrm>
        </p:grpSpPr>
        <p:sp>
          <p:nvSpPr>
            <p:cNvPr id="3" name="工作成果">
              <a:extLst>
                <a:ext uri="{FF2B5EF4-FFF2-40B4-BE49-F238E27FC236}">
                  <a16:creationId xmlns:a16="http://schemas.microsoft.com/office/drawing/2014/main" id="{6B08FF31-348C-75F1-0D03-0E7ED983046E}"/>
                </a:ext>
              </a:extLst>
            </p:cNvPr>
            <p:cNvSpPr txBox="1"/>
            <p:nvPr/>
          </p:nvSpPr>
          <p:spPr>
            <a:xfrm>
              <a:off x="-30997" y="-61278"/>
              <a:ext cx="11724363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r>
                <a:rPr lang="tr-TR" altLang="zh-CN" sz="9600" b="1">
                  <a:ea typeface="宋体"/>
                  <a:cs typeface="+mn-ea"/>
                  <a:sym typeface="+mn-lt"/>
                </a:rPr>
                <a:t>4.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Causes</a:t>
              </a:r>
              <a:r>
                <a:rPr lang="tr-TR" altLang="zh-CN" sz="9600" b="1">
                  <a:ea typeface="宋体"/>
                  <a:cs typeface="+mn-ea"/>
                  <a:sym typeface="+mn-lt"/>
                </a:rPr>
                <a:t>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d'attrition</a:t>
              </a:r>
              <a:endParaRPr lang="tr-TR" altLang="zh-CN" b="1" err="1">
                <a:ea typeface="宋体"/>
                <a:cs typeface="+mn-ea"/>
              </a:endParaRPr>
            </a:p>
          </p:txBody>
        </p:sp>
        <p:sp>
          <p:nvSpPr>
            <p:cNvPr id="4" name="What We Do">
              <a:extLst>
                <a:ext uri="{FF2B5EF4-FFF2-40B4-BE49-F238E27FC236}">
                  <a16:creationId xmlns:a16="http://schemas.microsoft.com/office/drawing/2014/main" id="{7A676C0D-CF4A-90E4-9872-3002222CF057}"/>
                </a:ext>
              </a:extLst>
            </p:cNvPr>
            <p:cNvSpPr txBox="1"/>
            <p:nvPr/>
          </p:nvSpPr>
          <p:spPr>
            <a:xfrm>
              <a:off x="1386594" y="1595761"/>
              <a:ext cx="11761232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r>
                <a:rPr lang="fr-FR" sz="6600" i="1">
                  <a:ea typeface="+mn-ea"/>
                  <a:cs typeface="+mn-ea"/>
                  <a:sym typeface="+mn-lt"/>
                </a:rPr>
                <a:t>4.1Importance des </a:t>
              </a:r>
              <a:r>
                <a:rPr lang="fr-FR" sz="6600" i="1" err="1">
                  <a:ea typeface="+mn-ea"/>
                  <a:cs typeface="+mn-ea"/>
                  <a:sym typeface="+mn-lt"/>
                </a:rPr>
                <a:t>Features</a:t>
              </a:r>
              <a:endParaRPr sz="6600" i="1" err="1"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8" name="Image 7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C5970574-5BF9-EBEF-7E4E-BB7789EE1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23" y="1610621"/>
            <a:ext cx="10119508" cy="114473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 8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8A1C4664-7741-572A-A21B-E6FB39A5B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29" y="3940194"/>
            <a:ext cx="11960430" cy="69266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形状">
            <a:extLst>
              <a:ext uri="{FF2B5EF4-FFF2-40B4-BE49-F238E27FC236}">
                <a16:creationId xmlns:a16="http://schemas.microsoft.com/office/drawing/2014/main" id="{118F11CE-5C0E-A897-B38F-9B56FEEA0D93}"/>
              </a:ext>
            </a:extLst>
          </p:cNvPr>
          <p:cNvSpPr/>
          <p:nvPr/>
        </p:nvSpPr>
        <p:spPr>
          <a:xfrm>
            <a:off x="3283588" y="3000497"/>
            <a:ext cx="10103090" cy="1535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322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12018-FC30-F88F-4ECB-E10BE8AA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成组">
            <a:extLst>
              <a:ext uri="{FF2B5EF4-FFF2-40B4-BE49-F238E27FC236}">
                <a16:creationId xmlns:a16="http://schemas.microsoft.com/office/drawing/2014/main" id="{00B87AA1-3C97-4AA4-909C-A71DD05458BC}"/>
              </a:ext>
            </a:extLst>
          </p:cNvPr>
          <p:cNvGrpSpPr/>
          <p:nvPr/>
        </p:nvGrpSpPr>
        <p:grpSpPr>
          <a:xfrm>
            <a:off x="466133" y="101005"/>
            <a:ext cx="4447051" cy="2775295"/>
            <a:chOff x="3933229" y="-61278"/>
            <a:chExt cx="4447050" cy="2775291"/>
          </a:xfrm>
        </p:grpSpPr>
        <p:sp>
          <p:nvSpPr>
            <p:cNvPr id="3" name="工作成果">
              <a:extLst>
                <a:ext uri="{FF2B5EF4-FFF2-40B4-BE49-F238E27FC236}">
                  <a16:creationId xmlns:a16="http://schemas.microsoft.com/office/drawing/2014/main" id="{F23B4CA3-C00D-B879-5047-E69C885B7784}"/>
                </a:ext>
              </a:extLst>
            </p:cNvPr>
            <p:cNvSpPr txBox="1"/>
            <p:nvPr/>
          </p:nvSpPr>
          <p:spPr>
            <a:xfrm>
              <a:off x="3933229" y="-61278"/>
              <a:ext cx="3795911" cy="15799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0000"/>
              </a:lvl1pPr>
            </a:lstStyle>
            <a:p>
              <a:pPr algn="l"/>
              <a:r>
                <a:rPr lang="tr-TR" altLang="zh-CN" sz="9600" b="1">
                  <a:ea typeface="宋体"/>
                  <a:cs typeface="+mn-ea"/>
                  <a:sym typeface="+mn-lt"/>
                </a:rPr>
                <a:t>5. </a:t>
              </a:r>
              <a:r>
                <a:rPr lang="tr-TR" altLang="zh-CN" sz="9600" b="1" err="1">
                  <a:ea typeface="宋体"/>
                  <a:cs typeface="+mn-ea"/>
                  <a:sym typeface="+mn-lt"/>
                </a:rPr>
                <a:t>Cas</a:t>
              </a:r>
              <a:endParaRPr lang="tr-TR" altLang="zh-CN" sz="9600" b="1" err="1">
                <a:ea typeface="宋体"/>
                <a:cs typeface="+mn-ea"/>
              </a:endParaRPr>
            </a:p>
          </p:txBody>
        </p:sp>
        <p:sp>
          <p:nvSpPr>
            <p:cNvPr id="4" name="What We Do">
              <a:extLst>
                <a:ext uri="{FF2B5EF4-FFF2-40B4-BE49-F238E27FC236}">
                  <a16:creationId xmlns:a16="http://schemas.microsoft.com/office/drawing/2014/main" id="{EEECBDF6-7FC5-AB2D-E6DB-C72373FCC3E4}"/>
                </a:ext>
              </a:extLst>
            </p:cNvPr>
            <p:cNvSpPr txBox="1"/>
            <p:nvPr/>
          </p:nvSpPr>
          <p:spPr>
            <a:xfrm>
              <a:off x="8277623" y="1595760"/>
              <a:ext cx="102656" cy="1118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>
                  <a:solidFill>
                    <a:srgbClr val="474747"/>
                  </a:solidFill>
                </a:defRPr>
              </a:lvl1pPr>
            </a:lstStyle>
            <a:p>
              <a:endParaRPr lang="fr-FR" sz="6600" i="1">
                <a:ea typeface="+mn-ea"/>
                <a:cs typeface="+mn-ea"/>
              </a:endParaRPr>
            </a:p>
          </p:txBody>
        </p:sp>
      </p:grp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C506050-08E7-FE05-A573-E1291E682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88" y="2434456"/>
            <a:ext cx="8581406" cy="11284402"/>
          </a:xfrm>
          <a:prstGeom prst="rect">
            <a:avLst/>
          </a:prstGeom>
        </p:spPr>
      </p:pic>
      <p:pic>
        <p:nvPicPr>
          <p:cNvPr id="2" name="Image 1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B2CA109-E0CE-7D33-AEA2-6D1F4B33F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864" y="3205985"/>
            <a:ext cx="8206344" cy="8903153"/>
          </a:xfrm>
          <a:prstGeom prst="rect">
            <a:avLst/>
          </a:prstGeom>
        </p:spPr>
      </p:pic>
      <p:pic>
        <p:nvPicPr>
          <p:cNvPr id="26" name="shutterstock-1046496469-6438470.png" descr="shutterstock-1046496469-6438470.png">
            <a:extLst>
              <a:ext uri="{FF2B5EF4-FFF2-40B4-BE49-F238E27FC236}">
                <a16:creationId xmlns:a16="http://schemas.microsoft.com/office/drawing/2014/main" id="{2623D1B8-E8C8-735D-89BD-2EE1F2CF4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5053" y="250666"/>
            <a:ext cx="7046620" cy="261054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F73D967-0A18-DE26-6A66-D93414F5D81E}"/>
              </a:ext>
            </a:extLst>
          </p:cNvPr>
          <p:cNvSpPr txBox="1"/>
          <p:nvPr/>
        </p:nvSpPr>
        <p:spPr>
          <a:xfrm>
            <a:off x="670622" y="1648302"/>
            <a:ext cx="17587783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6600" i="1" dirty="0">
                <a:solidFill>
                  <a:srgbClr val="474747"/>
                </a:solidFill>
                <a:latin typeface="Century Gothic"/>
              </a:rPr>
              <a:t>5.1Différence des </a:t>
            </a:r>
            <a:r>
              <a:rPr lang="fr-FR" sz="6600" i="1" dirty="0" err="1">
                <a:solidFill>
                  <a:srgbClr val="474747"/>
                </a:solidFill>
                <a:latin typeface="Century Gothic"/>
              </a:rPr>
              <a:t>Features</a:t>
            </a:r>
            <a:r>
              <a:rPr lang="fr-FR" sz="6600" i="1" dirty="0">
                <a:solidFill>
                  <a:srgbClr val="474747"/>
                </a:solidFill>
                <a:latin typeface="Century Gothic"/>
              </a:rPr>
              <a:t> Localement</a:t>
            </a:r>
            <a:endParaRPr lang="fr-FR" dirty="0"/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SentyTEA ÂµÙ"/>
            </a:endParaRPr>
          </a:p>
        </p:txBody>
      </p:sp>
      <p:grpSp>
        <p:nvGrpSpPr>
          <p:cNvPr id="8" name="成组">
            <a:extLst>
              <a:ext uri="{FF2B5EF4-FFF2-40B4-BE49-F238E27FC236}">
                <a16:creationId xmlns:a16="http://schemas.microsoft.com/office/drawing/2014/main" id="{F80C4296-CBB4-ED31-B443-3AC7F89515E5}"/>
              </a:ext>
            </a:extLst>
          </p:cNvPr>
          <p:cNvGrpSpPr/>
          <p:nvPr/>
        </p:nvGrpSpPr>
        <p:grpSpPr>
          <a:xfrm>
            <a:off x="13767443" y="3025174"/>
            <a:ext cx="1639283" cy="1627284"/>
            <a:chOff x="4731977" y="4795637"/>
            <a:chExt cx="1639281" cy="1627282"/>
          </a:xfrm>
        </p:grpSpPr>
        <p:sp>
          <p:nvSpPr>
            <p:cNvPr id="12" name="形状">
              <a:extLst>
                <a:ext uri="{FF2B5EF4-FFF2-40B4-BE49-F238E27FC236}">
                  <a16:creationId xmlns:a16="http://schemas.microsoft.com/office/drawing/2014/main" id="{0E0F8394-6B67-A275-5B46-613E5C6F4C0A}"/>
                </a:ext>
              </a:extLst>
            </p:cNvPr>
            <p:cNvSpPr/>
            <p:nvPr/>
          </p:nvSpPr>
          <p:spPr>
            <a:xfrm>
              <a:off x="4731977" y="4795637"/>
              <a:ext cx="1639281" cy="1627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3" h="21142" extrusionOk="0">
                  <a:moveTo>
                    <a:pt x="8943" y="11565"/>
                  </a:moveTo>
                  <a:cubicBezTo>
                    <a:pt x="9819" y="9972"/>
                    <a:pt x="10685" y="8428"/>
                    <a:pt x="11523" y="6867"/>
                  </a:cubicBezTo>
                  <a:cubicBezTo>
                    <a:pt x="12612" y="4846"/>
                    <a:pt x="13684" y="2819"/>
                    <a:pt x="14767" y="792"/>
                  </a:cubicBezTo>
                  <a:cubicBezTo>
                    <a:pt x="15127" y="115"/>
                    <a:pt x="15655" y="-118"/>
                    <a:pt x="16411" y="55"/>
                  </a:cubicBezTo>
                  <a:cubicBezTo>
                    <a:pt x="17065" y="213"/>
                    <a:pt x="17614" y="592"/>
                    <a:pt x="18202" y="885"/>
                  </a:cubicBezTo>
                  <a:cubicBezTo>
                    <a:pt x="18828" y="1199"/>
                    <a:pt x="19476" y="1475"/>
                    <a:pt x="20102" y="1784"/>
                  </a:cubicBezTo>
                  <a:cubicBezTo>
                    <a:pt x="20505" y="1985"/>
                    <a:pt x="20842" y="2358"/>
                    <a:pt x="21267" y="2581"/>
                  </a:cubicBezTo>
                  <a:cubicBezTo>
                    <a:pt x="21452" y="2678"/>
                    <a:pt x="21408" y="2933"/>
                    <a:pt x="21294" y="3128"/>
                  </a:cubicBezTo>
                  <a:cubicBezTo>
                    <a:pt x="18050" y="8905"/>
                    <a:pt x="15132" y="14871"/>
                    <a:pt x="11038" y="20144"/>
                  </a:cubicBezTo>
                  <a:cubicBezTo>
                    <a:pt x="10097" y="21368"/>
                    <a:pt x="8387" y="21482"/>
                    <a:pt x="7244" y="20398"/>
                  </a:cubicBezTo>
                  <a:cubicBezTo>
                    <a:pt x="7114" y="20274"/>
                    <a:pt x="6983" y="20144"/>
                    <a:pt x="6880" y="19992"/>
                  </a:cubicBezTo>
                  <a:cubicBezTo>
                    <a:pt x="4719" y="16849"/>
                    <a:pt x="2318" y="13868"/>
                    <a:pt x="483" y="10503"/>
                  </a:cubicBezTo>
                  <a:cubicBezTo>
                    <a:pt x="407" y="10362"/>
                    <a:pt x="336" y="10227"/>
                    <a:pt x="260" y="10086"/>
                  </a:cubicBezTo>
                  <a:cubicBezTo>
                    <a:pt x="-148" y="9316"/>
                    <a:pt x="-121" y="9230"/>
                    <a:pt x="669" y="8910"/>
                  </a:cubicBezTo>
                  <a:cubicBezTo>
                    <a:pt x="1344" y="8639"/>
                    <a:pt x="1953" y="8265"/>
                    <a:pt x="2585" y="7924"/>
                  </a:cubicBezTo>
                  <a:cubicBezTo>
                    <a:pt x="3222" y="7572"/>
                    <a:pt x="3886" y="7295"/>
                    <a:pt x="4599" y="7165"/>
                  </a:cubicBezTo>
                  <a:cubicBezTo>
                    <a:pt x="4980" y="7089"/>
                    <a:pt x="5317" y="7057"/>
                    <a:pt x="5535" y="7463"/>
                  </a:cubicBezTo>
                  <a:cubicBezTo>
                    <a:pt x="5595" y="7577"/>
                    <a:pt x="5671" y="7658"/>
                    <a:pt x="5818" y="7626"/>
                  </a:cubicBezTo>
                  <a:cubicBezTo>
                    <a:pt x="6341" y="7506"/>
                    <a:pt x="6542" y="7848"/>
                    <a:pt x="6776" y="8238"/>
                  </a:cubicBezTo>
                  <a:cubicBezTo>
                    <a:pt x="7468" y="9344"/>
                    <a:pt x="8197" y="10416"/>
                    <a:pt x="8943" y="11565"/>
                  </a:cubicBezTo>
                </a:path>
              </a:pathLst>
            </a:custGeom>
            <a:solidFill>
              <a:srgbClr val="42424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815467">
                <a:lnSpc>
                  <a:spcPct val="93000"/>
                </a:lnSpc>
                <a:defRPr sz="32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形状">
              <a:extLst>
                <a:ext uri="{FF2B5EF4-FFF2-40B4-BE49-F238E27FC236}">
                  <a16:creationId xmlns:a16="http://schemas.microsoft.com/office/drawing/2014/main" id="{694D0BD3-7BE5-21AF-6C20-47FACB36B1D5}"/>
                </a:ext>
              </a:extLst>
            </p:cNvPr>
            <p:cNvSpPr/>
            <p:nvPr/>
          </p:nvSpPr>
          <p:spPr>
            <a:xfrm>
              <a:off x="4880540" y="4907781"/>
              <a:ext cx="1280354" cy="1394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3" h="21388" extrusionOk="0">
                  <a:moveTo>
                    <a:pt x="21481" y="1462"/>
                  </a:moveTo>
                  <a:cubicBezTo>
                    <a:pt x="21418" y="1570"/>
                    <a:pt x="21369" y="1679"/>
                    <a:pt x="21306" y="1781"/>
                  </a:cubicBezTo>
                  <a:cubicBezTo>
                    <a:pt x="17987" y="7393"/>
                    <a:pt x="14773" y="13055"/>
                    <a:pt x="11175" y="18525"/>
                  </a:cubicBezTo>
                  <a:cubicBezTo>
                    <a:pt x="10558" y="19459"/>
                    <a:pt x="9879" y="20342"/>
                    <a:pt x="9123" y="21187"/>
                  </a:cubicBezTo>
                  <a:cubicBezTo>
                    <a:pt x="8878" y="21456"/>
                    <a:pt x="8738" y="21462"/>
                    <a:pt x="8507" y="21168"/>
                  </a:cubicBezTo>
                  <a:cubicBezTo>
                    <a:pt x="5601" y="17514"/>
                    <a:pt x="2584" y="13925"/>
                    <a:pt x="168" y="9952"/>
                  </a:cubicBezTo>
                  <a:cubicBezTo>
                    <a:pt x="-84" y="9542"/>
                    <a:pt x="-91" y="9325"/>
                    <a:pt x="413" y="9107"/>
                  </a:cubicBezTo>
                  <a:cubicBezTo>
                    <a:pt x="994" y="8858"/>
                    <a:pt x="1540" y="8531"/>
                    <a:pt x="2094" y="8231"/>
                  </a:cubicBezTo>
                  <a:cubicBezTo>
                    <a:pt x="2528" y="7994"/>
                    <a:pt x="2780" y="8064"/>
                    <a:pt x="3053" y="8499"/>
                  </a:cubicBezTo>
                  <a:cubicBezTo>
                    <a:pt x="4320" y="10444"/>
                    <a:pt x="5692" y="12319"/>
                    <a:pt x="7100" y="14181"/>
                  </a:cubicBezTo>
                  <a:cubicBezTo>
                    <a:pt x="7758" y="15057"/>
                    <a:pt x="8731" y="15089"/>
                    <a:pt x="9501" y="14258"/>
                  </a:cubicBezTo>
                  <a:cubicBezTo>
                    <a:pt x="9970" y="13752"/>
                    <a:pt x="10320" y="13170"/>
                    <a:pt x="10684" y="12601"/>
                  </a:cubicBezTo>
                  <a:cubicBezTo>
                    <a:pt x="13149" y="8602"/>
                    <a:pt x="15516" y="4558"/>
                    <a:pt x="17840" y="489"/>
                  </a:cubicBezTo>
                  <a:cubicBezTo>
                    <a:pt x="18134" y="-23"/>
                    <a:pt x="18358" y="-138"/>
                    <a:pt x="18918" y="169"/>
                  </a:cubicBezTo>
                  <a:cubicBezTo>
                    <a:pt x="19619" y="559"/>
                    <a:pt x="20396" y="835"/>
                    <a:pt x="21138" y="1174"/>
                  </a:cubicBezTo>
                  <a:cubicBezTo>
                    <a:pt x="21264" y="1231"/>
                    <a:pt x="21509" y="1212"/>
                    <a:pt x="21481" y="1462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成组">
            <a:extLst>
              <a:ext uri="{FF2B5EF4-FFF2-40B4-BE49-F238E27FC236}">
                <a16:creationId xmlns:a16="http://schemas.microsoft.com/office/drawing/2014/main" id="{D6246F38-A3B1-340D-2938-731BDCFFA4DF}"/>
              </a:ext>
            </a:extLst>
          </p:cNvPr>
          <p:cNvGrpSpPr/>
          <p:nvPr/>
        </p:nvGrpSpPr>
        <p:grpSpPr>
          <a:xfrm>
            <a:off x="2343129" y="3108592"/>
            <a:ext cx="1639292" cy="1541948"/>
            <a:chOff x="18012743" y="4838354"/>
            <a:chExt cx="1639290" cy="1541946"/>
          </a:xfrm>
        </p:grpSpPr>
        <p:sp>
          <p:nvSpPr>
            <p:cNvPr id="10" name="形状">
              <a:extLst>
                <a:ext uri="{FF2B5EF4-FFF2-40B4-BE49-F238E27FC236}">
                  <a16:creationId xmlns:a16="http://schemas.microsoft.com/office/drawing/2014/main" id="{D7B0AB04-E165-2BFA-945C-4BCD3E6D243B}"/>
                </a:ext>
              </a:extLst>
            </p:cNvPr>
            <p:cNvSpPr/>
            <p:nvPr/>
          </p:nvSpPr>
          <p:spPr>
            <a:xfrm>
              <a:off x="18012743" y="4838354"/>
              <a:ext cx="1639290" cy="1541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1" h="21209" extrusionOk="0">
                  <a:moveTo>
                    <a:pt x="15802" y="20783"/>
                  </a:moveTo>
                  <a:cubicBezTo>
                    <a:pt x="15323" y="20941"/>
                    <a:pt x="14968" y="20562"/>
                    <a:pt x="14580" y="20134"/>
                  </a:cubicBezTo>
                  <a:cubicBezTo>
                    <a:pt x="13385" y="18802"/>
                    <a:pt x="12131" y="17532"/>
                    <a:pt x="10929" y="16200"/>
                  </a:cubicBezTo>
                  <a:cubicBezTo>
                    <a:pt x="10627" y="15876"/>
                    <a:pt x="10502" y="15973"/>
                    <a:pt x="10279" y="16269"/>
                  </a:cubicBezTo>
                  <a:cubicBezTo>
                    <a:pt x="9504" y="17312"/>
                    <a:pt x="8703" y="18326"/>
                    <a:pt x="7915" y="19361"/>
                  </a:cubicBezTo>
                  <a:cubicBezTo>
                    <a:pt x="7521" y="19886"/>
                    <a:pt x="7133" y="20403"/>
                    <a:pt x="6621" y="20797"/>
                  </a:cubicBezTo>
                  <a:cubicBezTo>
                    <a:pt x="6128" y="21183"/>
                    <a:pt x="5603" y="21390"/>
                    <a:pt x="5012" y="21004"/>
                  </a:cubicBezTo>
                  <a:cubicBezTo>
                    <a:pt x="4913" y="20935"/>
                    <a:pt x="4821" y="20866"/>
                    <a:pt x="4683" y="20900"/>
                  </a:cubicBezTo>
                  <a:cubicBezTo>
                    <a:pt x="3718" y="21190"/>
                    <a:pt x="3074" y="20610"/>
                    <a:pt x="2457" y="19962"/>
                  </a:cubicBezTo>
                  <a:cubicBezTo>
                    <a:pt x="1768" y="19251"/>
                    <a:pt x="1117" y="18485"/>
                    <a:pt x="257" y="17974"/>
                  </a:cubicBezTo>
                  <a:cubicBezTo>
                    <a:pt x="-32" y="17795"/>
                    <a:pt x="-91" y="17615"/>
                    <a:pt x="152" y="17318"/>
                  </a:cubicBezTo>
                  <a:cubicBezTo>
                    <a:pt x="1840" y="15290"/>
                    <a:pt x="3226" y="12998"/>
                    <a:pt x="4992" y="11039"/>
                  </a:cubicBezTo>
                  <a:cubicBezTo>
                    <a:pt x="5327" y="10666"/>
                    <a:pt x="5222" y="10493"/>
                    <a:pt x="4959" y="10204"/>
                  </a:cubicBezTo>
                  <a:cubicBezTo>
                    <a:pt x="3423" y="8471"/>
                    <a:pt x="1905" y="6725"/>
                    <a:pt x="356" y="5014"/>
                  </a:cubicBezTo>
                  <a:cubicBezTo>
                    <a:pt x="-71" y="4545"/>
                    <a:pt x="-45" y="4283"/>
                    <a:pt x="434" y="3875"/>
                  </a:cubicBezTo>
                  <a:cubicBezTo>
                    <a:pt x="1387" y="3054"/>
                    <a:pt x="2293" y="2171"/>
                    <a:pt x="3199" y="1288"/>
                  </a:cubicBezTo>
                  <a:cubicBezTo>
                    <a:pt x="4158" y="342"/>
                    <a:pt x="5340" y="349"/>
                    <a:pt x="6522" y="466"/>
                  </a:cubicBezTo>
                  <a:cubicBezTo>
                    <a:pt x="6982" y="508"/>
                    <a:pt x="7284" y="894"/>
                    <a:pt x="7580" y="1225"/>
                  </a:cubicBezTo>
                  <a:cubicBezTo>
                    <a:pt x="8420" y="2171"/>
                    <a:pt x="9254" y="3137"/>
                    <a:pt x="10062" y="4110"/>
                  </a:cubicBezTo>
                  <a:cubicBezTo>
                    <a:pt x="10417" y="4531"/>
                    <a:pt x="10620" y="4490"/>
                    <a:pt x="10936" y="4055"/>
                  </a:cubicBezTo>
                  <a:cubicBezTo>
                    <a:pt x="11796" y="2895"/>
                    <a:pt x="12722" y="1784"/>
                    <a:pt x="13727" y="742"/>
                  </a:cubicBezTo>
                  <a:cubicBezTo>
                    <a:pt x="14515" y="-79"/>
                    <a:pt x="15165" y="-210"/>
                    <a:pt x="16150" y="308"/>
                  </a:cubicBezTo>
                  <a:cubicBezTo>
                    <a:pt x="17437" y="977"/>
                    <a:pt x="18554" y="1902"/>
                    <a:pt x="19532" y="3006"/>
                  </a:cubicBezTo>
                  <a:cubicBezTo>
                    <a:pt x="19558" y="3047"/>
                    <a:pt x="19558" y="3130"/>
                    <a:pt x="19591" y="3144"/>
                  </a:cubicBezTo>
                  <a:cubicBezTo>
                    <a:pt x="19920" y="3282"/>
                    <a:pt x="20347" y="3330"/>
                    <a:pt x="20373" y="3813"/>
                  </a:cubicBezTo>
                  <a:cubicBezTo>
                    <a:pt x="20399" y="4303"/>
                    <a:pt x="20058" y="4662"/>
                    <a:pt x="19815" y="5021"/>
                  </a:cubicBezTo>
                  <a:cubicBezTo>
                    <a:pt x="18738" y="6615"/>
                    <a:pt x="17641" y="8209"/>
                    <a:pt x="16544" y="9769"/>
                  </a:cubicBezTo>
                  <a:cubicBezTo>
                    <a:pt x="16321" y="10086"/>
                    <a:pt x="16262" y="10252"/>
                    <a:pt x="16597" y="10555"/>
                  </a:cubicBezTo>
                  <a:cubicBezTo>
                    <a:pt x="18258" y="12101"/>
                    <a:pt x="19677" y="13930"/>
                    <a:pt x="21292" y="15538"/>
                  </a:cubicBezTo>
                  <a:cubicBezTo>
                    <a:pt x="21496" y="15731"/>
                    <a:pt x="21509" y="15876"/>
                    <a:pt x="21365" y="16111"/>
                  </a:cubicBezTo>
                  <a:cubicBezTo>
                    <a:pt x="20412" y="17657"/>
                    <a:pt x="19361" y="19106"/>
                    <a:pt x="17943" y="20231"/>
                  </a:cubicBezTo>
                  <a:cubicBezTo>
                    <a:pt x="17332" y="20714"/>
                    <a:pt x="16656" y="20776"/>
                    <a:pt x="15802" y="20783"/>
                  </a:cubicBezTo>
                </a:path>
              </a:pathLst>
            </a:custGeom>
            <a:solidFill>
              <a:srgbClr val="42424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815467">
                <a:lnSpc>
                  <a:spcPct val="93000"/>
                </a:lnSpc>
                <a:defRPr sz="32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形状">
              <a:extLst>
                <a:ext uri="{FF2B5EF4-FFF2-40B4-BE49-F238E27FC236}">
                  <a16:creationId xmlns:a16="http://schemas.microsoft.com/office/drawing/2014/main" id="{11B318DC-6773-E118-6B8D-2C2B15ECE9F1}"/>
                </a:ext>
              </a:extLst>
            </p:cNvPr>
            <p:cNvSpPr/>
            <p:nvPr/>
          </p:nvSpPr>
          <p:spPr>
            <a:xfrm>
              <a:off x="18178314" y="4954487"/>
              <a:ext cx="1223384" cy="12712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8" h="21260" extrusionOk="0">
                  <a:moveTo>
                    <a:pt x="0" y="3014"/>
                  </a:moveTo>
                  <a:cubicBezTo>
                    <a:pt x="805" y="2293"/>
                    <a:pt x="1619" y="1630"/>
                    <a:pt x="2346" y="909"/>
                  </a:cubicBezTo>
                  <a:cubicBezTo>
                    <a:pt x="2836" y="423"/>
                    <a:pt x="3133" y="406"/>
                    <a:pt x="3632" y="926"/>
                  </a:cubicBezTo>
                  <a:cubicBezTo>
                    <a:pt x="5269" y="2637"/>
                    <a:pt x="6940" y="4314"/>
                    <a:pt x="8647" y="5957"/>
                  </a:cubicBezTo>
                  <a:cubicBezTo>
                    <a:pt x="10135" y="7383"/>
                    <a:pt x="10537" y="7341"/>
                    <a:pt x="11833" y="5764"/>
                  </a:cubicBezTo>
                  <a:cubicBezTo>
                    <a:pt x="13338" y="3945"/>
                    <a:pt x="14826" y="2125"/>
                    <a:pt x="16445" y="398"/>
                  </a:cubicBezTo>
                  <a:cubicBezTo>
                    <a:pt x="16821" y="-21"/>
                    <a:pt x="17128" y="-164"/>
                    <a:pt x="17627" y="238"/>
                  </a:cubicBezTo>
                  <a:cubicBezTo>
                    <a:pt x="18309" y="800"/>
                    <a:pt x="19018" y="1329"/>
                    <a:pt x="19753" y="1840"/>
                  </a:cubicBezTo>
                  <a:cubicBezTo>
                    <a:pt x="20270" y="2192"/>
                    <a:pt x="20313" y="2486"/>
                    <a:pt x="19955" y="3022"/>
                  </a:cubicBezTo>
                  <a:cubicBezTo>
                    <a:pt x="18335" y="5404"/>
                    <a:pt x="16603" y="7718"/>
                    <a:pt x="14528" y="9747"/>
                  </a:cubicBezTo>
                  <a:cubicBezTo>
                    <a:pt x="13802" y="10477"/>
                    <a:pt x="13959" y="10820"/>
                    <a:pt x="14660" y="11399"/>
                  </a:cubicBezTo>
                  <a:cubicBezTo>
                    <a:pt x="16708" y="13101"/>
                    <a:pt x="18843" y="14711"/>
                    <a:pt x="20576" y="16724"/>
                  </a:cubicBezTo>
                  <a:cubicBezTo>
                    <a:pt x="21600" y="17906"/>
                    <a:pt x="21600" y="18141"/>
                    <a:pt x="20524" y="19289"/>
                  </a:cubicBezTo>
                  <a:cubicBezTo>
                    <a:pt x="20506" y="19315"/>
                    <a:pt x="20488" y="19331"/>
                    <a:pt x="20462" y="19365"/>
                  </a:cubicBezTo>
                  <a:cubicBezTo>
                    <a:pt x="19920" y="19902"/>
                    <a:pt x="19412" y="20597"/>
                    <a:pt x="18686" y="20748"/>
                  </a:cubicBezTo>
                  <a:cubicBezTo>
                    <a:pt x="17872" y="20908"/>
                    <a:pt x="17662" y="19927"/>
                    <a:pt x="17154" y="19491"/>
                  </a:cubicBezTo>
                  <a:cubicBezTo>
                    <a:pt x="15194" y="17797"/>
                    <a:pt x="13286" y="16036"/>
                    <a:pt x="11570" y="14091"/>
                  </a:cubicBezTo>
                  <a:cubicBezTo>
                    <a:pt x="10931" y="13353"/>
                    <a:pt x="10362" y="13437"/>
                    <a:pt x="9697" y="14300"/>
                  </a:cubicBezTo>
                  <a:cubicBezTo>
                    <a:pt x="7947" y="16598"/>
                    <a:pt x="5864" y="18627"/>
                    <a:pt x="3973" y="20824"/>
                  </a:cubicBezTo>
                  <a:cubicBezTo>
                    <a:pt x="3545" y="21335"/>
                    <a:pt x="3256" y="21436"/>
                    <a:pt x="2713" y="20916"/>
                  </a:cubicBezTo>
                  <a:cubicBezTo>
                    <a:pt x="2048" y="20296"/>
                    <a:pt x="1278" y="19767"/>
                    <a:pt x="508" y="19256"/>
                  </a:cubicBezTo>
                  <a:cubicBezTo>
                    <a:pt x="105" y="18996"/>
                    <a:pt x="0" y="18845"/>
                    <a:pt x="359" y="18443"/>
                  </a:cubicBezTo>
                  <a:cubicBezTo>
                    <a:pt x="2521" y="15994"/>
                    <a:pt x="4350" y="13269"/>
                    <a:pt x="6713" y="10980"/>
                  </a:cubicBezTo>
                  <a:cubicBezTo>
                    <a:pt x="7168" y="10535"/>
                    <a:pt x="6967" y="10259"/>
                    <a:pt x="6625" y="9898"/>
                  </a:cubicBezTo>
                  <a:cubicBezTo>
                    <a:pt x="4621" y="7852"/>
                    <a:pt x="2634" y="5781"/>
                    <a:pt x="639" y="3718"/>
                  </a:cubicBezTo>
                  <a:cubicBezTo>
                    <a:pt x="455" y="3492"/>
                    <a:pt x="245" y="3257"/>
                    <a:pt x="0" y="3014"/>
                  </a:cubicBezTo>
                </a:path>
              </a:pathLst>
            </a:custGeom>
            <a:solidFill>
              <a:srgbClr val="FEFEFE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1pPr>
              <a:lvl2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2pPr>
              <a:lvl3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3pPr>
              <a:lvl4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4pPr>
              <a:lvl5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5pPr>
              <a:lvl6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6pPr>
              <a:lvl7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7pPr>
              <a:lvl8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8pPr>
              <a:lvl9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30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SentyTEA ÂµÙ"/>
                </a:defRPr>
              </a:lvl9pPr>
            </a:lstStyle>
            <a:p>
              <a:pPr algn="l" defTabSz="449262">
                <a:lnSpc>
                  <a:spcPct val="93000"/>
                </a:lnSpc>
                <a:defRPr sz="1800"/>
              </a:pPr>
              <a:endParaRPr dirty="0"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4" name="形状">
            <a:extLst>
              <a:ext uri="{FF2B5EF4-FFF2-40B4-BE49-F238E27FC236}">
                <a16:creationId xmlns:a16="http://schemas.microsoft.com/office/drawing/2014/main" id="{A318942E-27C0-6301-C04D-C651B7F19C4B}"/>
              </a:ext>
            </a:extLst>
          </p:cNvPr>
          <p:cNvSpPr/>
          <p:nvPr/>
        </p:nvSpPr>
        <p:spPr>
          <a:xfrm>
            <a:off x="2661594" y="2687667"/>
            <a:ext cx="13274657" cy="1741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496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CADF-AB01-BB84-4051-8324B924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工作成果">
            <a:extLst>
              <a:ext uri="{FF2B5EF4-FFF2-40B4-BE49-F238E27FC236}">
                <a16:creationId xmlns:a16="http://schemas.microsoft.com/office/drawing/2014/main" id="{313A21A3-6F8D-598C-7F42-2CD07F6FB7A4}"/>
              </a:ext>
            </a:extLst>
          </p:cNvPr>
          <p:cNvSpPr txBox="1"/>
          <p:nvPr/>
        </p:nvSpPr>
        <p:spPr>
          <a:xfrm>
            <a:off x="295114" y="300528"/>
            <a:ext cx="8156079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>
              <a:defRPr sz="10000"/>
            </a:lvl1pPr>
          </a:lstStyle>
          <a:p>
            <a:pPr algn="l"/>
            <a:r>
              <a:rPr lang="tr-TR" altLang="zh-CN" sz="9600" b="1">
                <a:ea typeface="宋体"/>
                <a:cs typeface="+mn-ea"/>
                <a:sym typeface="+mn-lt"/>
              </a:rPr>
              <a:t>6. </a:t>
            </a:r>
            <a:r>
              <a:rPr lang="tr-TR" altLang="zh-CN" sz="9600" b="1" err="1">
                <a:ea typeface="宋体"/>
                <a:cs typeface="+mn-ea"/>
                <a:sym typeface="+mn-lt"/>
              </a:rPr>
              <a:t>Conclusion</a:t>
            </a:r>
            <a:endParaRPr lang="tr-TR" altLang="zh-CN" sz="9600" b="1" err="1">
              <a:ea typeface="宋体"/>
              <a:cs typeface="+mn-ea"/>
            </a:endParaRPr>
          </a:p>
        </p:txBody>
      </p:sp>
      <p:pic>
        <p:nvPicPr>
          <p:cNvPr id="7" name="shutterstock-1200973762-5996649.png" descr="shutterstock-1200973762-5996649.png">
            <a:extLst>
              <a:ext uri="{FF2B5EF4-FFF2-40B4-BE49-F238E27FC236}">
                <a16:creationId xmlns:a16="http://schemas.microsoft.com/office/drawing/2014/main" id="{C59054F0-B266-E8DF-93AA-98F96F6201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6084784" y="4881138"/>
            <a:ext cx="7996397" cy="5530949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E92B495-031E-0E3F-F862-43A8DC6982A8}"/>
              </a:ext>
            </a:extLst>
          </p:cNvPr>
          <p:cNvSpPr txBox="1"/>
          <p:nvPr/>
        </p:nvSpPr>
        <p:spPr>
          <a:xfrm>
            <a:off x="-2328358" y="1842377"/>
            <a:ext cx="23186571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6600" i="1" dirty="0">
                <a:solidFill>
                  <a:srgbClr val="474747"/>
                </a:solidFill>
                <a:latin typeface="Century Gothic"/>
              </a:rPr>
              <a:t>6.1 Point de contrôle et amélioration</a:t>
            </a:r>
            <a:endParaRPr lang="fr-FR" dirty="0"/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SentyTEA ÂµÙ"/>
            </a:endParaRPr>
          </a:p>
        </p:txBody>
      </p:sp>
      <p:grpSp>
        <p:nvGrpSpPr>
          <p:cNvPr id="13" name="成组">
            <a:extLst>
              <a:ext uri="{FF2B5EF4-FFF2-40B4-BE49-F238E27FC236}">
                <a16:creationId xmlns:a16="http://schemas.microsoft.com/office/drawing/2014/main" id="{8CC72771-68D4-0E84-C456-554281208543}"/>
              </a:ext>
            </a:extLst>
          </p:cNvPr>
          <p:cNvGrpSpPr/>
          <p:nvPr/>
        </p:nvGrpSpPr>
        <p:grpSpPr>
          <a:xfrm>
            <a:off x="2925949" y="3231301"/>
            <a:ext cx="11483297" cy="1025922"/>
            <a:chOff x="0" y="71239"/>
            <a:chExt cx="11483295" cy="1025922"/>
          </a:xfrm>
        </p:grpSpPr>
        <p:sp>
          <p:nvSpPr>
            <p:cNvPr id="10" name="你的市场目标">
              <a:extLst>
                <a:ext uri="{FF2B5EF4-FFF2-40B4-BE49-F238E27FC236}">
                  <a16:creationId xmlns:a16="http://schemas.microsoft.com/office/drawing/2014/main" id="{1C3D3263-E9E7-F4D8-3FAB-D62903551521}"/>
                </a:ext>
              </a:extLst>
            </p:cNvPr>
            <p:cNvSpPr txBox="1"/>
            <p:nvPr/>
          </p:nvSpPr>
          <p:spPr>
            <a:xfrm>
              <a:off x="933934" y="71239"/>
              <a:ext cx="10549361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Le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département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et le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poste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endParaRPr lang="fr-FR">
                <a:ea typeface="+mn-ea"/>
                <a:cs typeface="+mn-ea"/>
              </a:endParaRPr>
            </a:p>
          </p:txBody>
        </p:sp>
        <p:pic>
          <p:nvPicPr>
            <p:cNvPr id="12" name="形状" descr="形状">
              <a:extLst>
                <a:ext uri="{FF2B5EF4-FFF2-40B4-BE49-F238E27FC236}">
                  <a16:creationId xmlns:a16="http://schemas.microsoft.com/office/drawing/2014/main" id="{79FB69E0-964E-B214-5169-C02248B16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8" name="成组">
            <a:extLst>
              <a:ext uri="{FF2B5EF4-FFF2-40B4-BE49-F238E27FC236}">
                <a16:creationId xmlns:a16="http://schemas.microsoft.com/office/drawing/2014/main" id="{2E9A475B-4973-0900-8F71-15245FF89254}"/>
              </a:ext>
            </a:extLst>
          </p:cNvPr>
          <p:cNvGrpSpPr/>
          <p:nvPr/>
        </p:nvGrpSpPr>
        <p:grpSpPr>
          <a:xfrm>
            <a:off x="2921904" y="10583012"/>
            <a:ext cx="9314433" cy="1025922"/>
            <a:chOff x="0" y="71239"/>
            <a:chExt cx="9314432" cy="1025922"/>
          </a:xfrm>
        </p:grpSpPr>
        <p:sp>
          <p:nvSpPr>
            <p:cNvPr id="15" name="你的市场目标">
              <a:extLst>
                <a:ext uri="{FF2B5EF4-FFF2-40B4-BE49-F238E27FC236}">
                  <a16:creationId xmlns:a16="http://schemas.microsoft.com/office/drawing/2014/main" id="{BE579916-6AA4-3A1C-F033-780E9BF5E4EB}"/>
                </a:ext>
              </a:extLst>
            </p:cNvPr>
            <p:cNvSpPr txBox="1"/>
            <p:nvPr/>
          </p:nvSpPr>
          <p:spPr>
            <a:xfrm>
              <a:off x="933934" y="71239"/>
              <a:ext cx="8380498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Salaire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,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augmentation</a:t>
              </a:r>
              <a:endParaRPr lang="tr-TR" err="1">
                <a:ea typeface="+mn-ea"/>
                <a:cs typeface="+mn-ea"/>
              </a:endParaRPr>
            </a:p>
          </p:txBody>
        </p:sp>
        <p:pic>
          <p:nvPicPr>
            <p:cNvPr id="17" name="形状" descr="形状">
              <a:extLst>
                <a:ext uri="{FF2B5EF4-FFF2-40B4-BE49-F238E27FC236}">
                  <a16:creationId xmlns:a16="http://schemas.microsoft.com/office/drawing/2014/main" id="{FF23F893-4670-F25B-05DA-E886A2455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768F06B2-5AAB-B43C-66A8-3CC583ADBC67}"/>
              </a:ext>
            </a:extLst>
          </p:cNvPr>
          <p:cNvGrpSpPr/>
          <p:nvPr/>
        </p:nvGrpSpPr>
        <p:grpSpPr>
          <a:xfrm>
            <a:off x="2918471" y="5152906"/>
            <a:ext cx="17922535" cy="1949252"/>
            <a:chOff x="0" y="32968"/>
            <a:chExt cx="17922534" cy="1949252"/>
          </a:xfrm>
        </p:grpSpPr>
        <p:sp>
          <p:nvSpPr>
            <p:cNvPr id="30" name="你的市场目标">
              <a:extLst>
                <a:ext uri="{FF2B5EF4-FFF2-40B4-BE49-F238E27FC236}">
                  <a16:creationId xmlns:a16="http://schemas.microsoft.com/office/drawing/2014/main" id="{F2903A8D-4C3C-9B72-BDEF-37EFF79406EC}"/>
                </a:ext>
              </a:extLst>
            </p:cNvPr>
            <p:cNvSpPr txBox="1"/>
            <p:nvPr/>
          </p:nvSpPr>
          <p:spPr>
            <a:xfrm>
              <a:off x="933934" y="32968"/>
              <a:ext cx="16988600" cy="19492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Expérience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et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temps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passé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dans </a:t>
              </a:r>
            </a:p>
            <a:p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l'entreprise</a:t>
              </a:r>
              <a:endParaRPr lang="tr-TR" err="1">
                <a:ea typeface="+mn-ea"/>
                <a:cs typeface="+mn-ea"/>
              </a:endParaRPr>
            </a:p>
          </p:txBody>
        </p:sp>
        <p:pic>
          <p:nvPicPr>
            <p:cNvPr id="32" name="形状" descr="形状">
              <a:extLst>
                <a:ext uri="{FF2B5EF4-FFF2-40B4-BE49-F238E27FC236}">
                  <a16:creationId xmlns:a16="http://schemas.microsoft.com/office/drawing/2014/main" id="{D50251AB-2B02-47DE-4FF0-95416F70D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2" name="成组">
            <a:extLst>
              <a:ext uri="{FF2B5EF4-FFF2-40B4-BE49-F238E27FC236}">
                <a16:creationId xmlns:a16="http://schemas.microsoft.com/office/drawing/2014/main" id="{15A1214C-9201-47A9-22BA-66A1885EAFF1}"/>
              </a:ext>
            </a:extLst>
          </p:cNvPr>
          <p:cNvGrpSpPr/>
          <p:nvPr/>
        </p:nvGrpSpPr>
        <p:grpSpPr>
          <a:xfrm>
            <a:off x="2923054" y="7398914"/>
            <a:ext cx="10957512" cy="1025922"/>
            <a:chOff x="0" y="71239"/>
            <a:chExt cx="10957512" cy="1025922"/>
          </a:xfrm>
        </p:grpSpPr>
        <p:sp>
          <p:nvSpPr>
            <p:cNvPr id="40" name="你的市场目标">
              <a:extLst>
                <a:ext uri="{FF2B5EF4-FFF2-40B4-BE49-F238E27FC236}">
                  <a16:creationId xmlns:a16="http://schemas.microsoft.com/office/drawing/2014/main" id="{E42ECE60-DF34-D24A-D85D-3F67F97289CE}"/>
                </a:ext>
              </a:extLst>
            </p:cNvPr>
            <p:cNvSpPr txBox="1"/>
            <p:nvPr/>
          </p:nvSpPr>
          <p:spPr>
            <a:xfrm>
              <a:off x="933934" y="71239"/>
              <a:ext cx="10023578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La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Satisfaction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et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dipersion</a:t>
              </a:r>
              <a:endParaRPr lang="fr-FR" err="1">
                <a:ea typeface="+mn-ea"/>
                <a:cs typeface="+mn-ea"/>
              </a:endParaRPr>
            </a:p>
          </p:txBody>
        </p:sp>
        <p:pic>
          <p:nvPicPr>
            <p:cNvPr id="41" name="形状" descr="形状">
              <a:extLst>
                <a:ext uri="{FF2B5EF4-FFF2-40B4-BE49-F238E27FC236}">
                  <a16:creationId xmlns:a16="http://schemas.microsoft.com/office/drawing/2014/main" id="{8185CA96-DBB9-662C-2F5C-5A4F833C8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6" name="成组">
            <a:extLst>
              <a:ext uri="{FF2B5EF4-FFF2-40B4-BE49-F238E27FC236}">
                <a16:creationId xmlns:a16="http://schemas.microsoft.com/office/drawing/2014/main" id="{B69DCA88-B4A3-7A1B-F6B1-223149939198}"/>
              </a:ext>
            </a:extLst>
          </p:cNvPr>
          <p:cNvGrpSpPr/>
          <p:nvPr/>
        </p:nvGrpSpPr>
        <p:grpSpPr>
          <a:xfrm>
            <a:off x="2919202" y="9158215"/>
            <a:ext cx="12526851" cy="1025922"/>
            <a:chOff x="0" y="71239"/>
            <a:chExt cx="12526850" cy="1025922"/>
          </a:xfrm>
        </p:grpSpPr>
        <p:sp>
          <p:nvSpPr>
            <p:cNvPr id="44" name="你的市场目标">
              <a:extLst>
                <a:ext uri="{FF2B5EF4-FFF2-40B4-BE49-F238E27FC236}">
                  <a16:creationId xmlns:a16="http://schemas.microsoft.com/office/drawing/2014/main" id="{1C00677F-B5ED-7514-4CA3-410F2B838509}"/>
                </a:ext>
              </a:extLst>
            </p:cNvPr>
            <p:cNvSpPr txBox="1"/>
            <p:nvPr/>
          </p:nvSpPr>
          <p:spPr>
            <a:xfrm>
              <a:off x="933934" y="71239"/>
              <a:ext cx="11592916" cy="1025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l">
                <a:defRPr sz="6000"/>
              </a:lvl1pPr>
            </a:lstStyle>
            <a:p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Déplacement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et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statut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 </a:t>
              </a:r>
              <a:r>
                <a:rPr lang="tr-TR" err="1">
                  <a:latin typeface="Century Gothic"/>
                  <a:ea typeface="+mn-ea"/>
                  <a:cs typeface="+mn-ea"/>
                  <a:sym typeface="+mn-lt"/>
                </a:rPr>
                <a:t>marital</a:t>
              </a:r>
              <a:r>
                <a:rPr lang="tr-TR">
                  <a:latin typeface="Century Gothic"/>
                  <a:ea typeface="+mn-ea"/>
                  <a:cs typeface="+mn-ea"/>
                  <a:sym typeface="+mn-lt"/>
                </a:rPr>
                <a:t> </a:t>
              </a:r>
              <a:endParaRPr lang="tr-TR">
                <a:ea typeface="+mn-ea"/>
                <a:cs typeface="+mn-ea"/>
              </a:endParaRPr>
            </a:p>
          </p:txBody>
        </p:sp>
        <p:pic>
          <p:nvPicPr>
            <p:cNvPr id="45" name="形状" descr="形状">
              <a:extLst>
                <a:ext uri="{FF2B5EF4-FFF2-40B4-BE49-F238E27FC236}">
                  <a16:creationId xmlns:a16="http://schemas.microsoft.com/office/drawing/2014/main" id="{5F0FAE68-7D5A-C7A1-84EA-B22C4598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57739"/>
              <a:ext cx="498527" cy="452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F7B10B2E-4CA6-0B5A-D1C5-1B1AA0451C04}"/>
              </a:ext>
            </a:extLst>
          </p:cNvPr>
          <p:cNvSpPr txBox="1"/>
          <p:nvPr/>
        </p:nvSpPr>
        <p:spPr>
          <a:xfrm>
            <a:off x="5797930" y="8507548"/>
            <a:ext cx="814100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i="1" err="1">
                <a:solidFill>
                  <a:srgbClr val="5E5E5E"/>
                </a:solidFill>
              </a:rPr>
              <a:t>Conflits</a:t>
            </a:r>
            <a:r>
              <a:rPr lang="en-US" sz="3200" i="1">
                <a:solidFill>
                  <a:srgbClr val="5E5E5E"/>
                </a:solidFill>
              </a:rPr>
              <a:t> </a:t>
            </a:r>
            <a:r>
              <a:rPr lang="en-US" sz="3200" i="1" err="1">
                <a:solidFill>
                  <a:srgbClr val="5E5E5E"/>
                </a:solidFill>
              </a:rPr>
              <a:t>signalés</a:t>
            </a:r>
            <a:r>
              <a:rPr lang="en-US" sz="3200" i="1">
                <a:solidFill>
                  <a:srgbClr val="5E5E5E"/>
                </a:solidFill>
              </a:rPr>
              <a:t> par la dispersion</a:t>
            </a:r>
            <a:endParaRPr lang="fr-FR" err="1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F72C43-8973-BA44-65C4-EF4404A1B359}"/>
              </a:ext>
            </a:extLst>
          </p:cNvPr>
          <p:cNvSpPr txBox="1"/>
          <p:nvPr/>
        </p:nvSpPr>
        <p:spPr>
          <a:xfrm>
            <a:off x="5793123" y="10050985"/>
            <a:ext cx="5312229" cy="1056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i="1" err="1">
                <a:solidFill>
                  <a:srgbClr val="5E5E5E"/>
                </a:solidFill>
                <a:latin typeface="Century Gothic"/>
              </a:rPr>
              <a:t>Télétravail</a:t>
            </a:r>
            <a:endParaRPr lang="fr-FR" err="1"/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SentyTEA ÂµÙ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7D1A849-6D25-77F5-D4CA-3F87247B4E9B}"/>
              </a:ext>
            </a:extLst>
          </p:cNvPr>
          <p:cNvSpPr txBox="1"/>
          <p:nvPr/>
        </p:nvSpPr>
        <p:spPr>
          <a:xfrm>
            <a:off x="5803908" y="11601354"/>
            <a:ext cx="12801598" cy="15491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i="1" dirty="0" err="1">
                <a:solidFill>
                  <a:srgbClr val="5E5E5E"/>
                </a:solidFill>
                <a:latin typeface="Century Gothic"/>
              </a:rPr>
              <a:t>Répartir</a:t>
            </a:r>
            <a:r>
              <a:rPr lang="en-US" sz="3200" i="1" dirty="0">
                <a:solidFill>
                  <a:srgbClr val="5E5E5E"/>
                </a:solidFill>
                <a:latin typeface="Century Gothic"/>
              </a:rPr>
              <a:t> les augmentations,</a:t>
            </a:r>
            <a:endParaRPr lang="fr-FR" dirty="0"/>
          </a:p>
          <a:p>
            <a:pPr algn="l"/>
            <a:r>
              <a:rPr lang="en-US" sz="3200" i="1" dirty="0">
                <a:solidFill>
                  <a:srgbClr val="5E5E5E"/>
                </a:solidFill>
              </a:rPr>
              <a:t>Revoir les </a:t>
            </a:r>
            <a:r>
              <a:rPr lang="en-US" sz="3200" i="1" dirty="0" err="1">
                <a:solidFill>
                  <a:srgbClr val="5E5E5E"/>
                </a:solidFill>
              </a:rPr>
              <a:t>personnes</a:t>
            </a:r>
            <a:r>
              <a:rPr lang="en-US" sz="3200" i="1" dirty="0">
                <a:solidFill>
                  <a:srgbClr val="5E5E5E"/>
                </a:solidFill>
              </a:rPr>
              <a:t> </a:t>
            </a:r>
            <a:r>
              <a:rPr lang="en-US" sz="3200" i="1" dirty="0" err="1">
                <a:solidFill>
                  <a:srgbClr val="5E5E5E"/>
                </a:solidFill>
              </a:rPr>
              <a:t>stagnantes</a:t>
            </a:r>
            <a:r>
              <a:rPr lang="en-US" sz="3200" i="1" dirty="0">
                <a:solidFill>
                  <a:srgbClr val="5E5E5E"/>
                </a:solidFill>
              </a:rPr>
              <a:t>, </a:t>
            </a:r>
            <a:r>
              <a:rPr lang="en-US" sz="3200" i="1" dirty="0" err="1">
                <a:solidFill>
                  <a:srgbClr val="5E5E5E"/>
                </a:solidFill>
              </a:rPr>
              <a:t>problème</a:t>
            </a:r>
            <a:r>
              <a:rPr lang="en-US" sz="3200" i="1" dirty="0">
                <a:solidFill>
                  <a:srgbClr val="5E5E5E"/>
                </a:solidFill>
              </a:rPr>
              <a:t> de </a:t>
            </a:r>
            <a:r>
              <a:rPr lang="en-US" sz="3200" i="1" dirty="0" err="1">
                <a:solidFill>
                  <a:srgbClr val="5E5E5E"/>
                </a:solidFill>
              </a:rPr>
              <a:t>dévalorisation</a:t>
            </a:r>
            <a:endParaRPr lang="en-US" sz="3200" b="0" i="1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</a:endParaRPr>
          </a:p>
          <a:p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A10757-AFB9-D4E9-6C55-A27E005CC438}"/>
              </a:ext>
            </a:extLst>
          </p:cNvPr>
          <p:cNvSpPr txBox="1"/>
          <p:nvPr/>
        </p:nvSpPr>
        <p:spPr>
          <a:xfrm>
            <a:off x="5795045" y="4257479"/>
            <a:ext cx="6400800" cy="15491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i="1">
                <a:solidFill>
                  <a:srgbClr val="5E5E5E"/>
                </a:solidFill>
                <a:latin typeface="Century Gothic"/>
              </a:rPr>
              <a:t>Evolution de poste</a:t>
            </a:r>
            <a:endParaRPr lang="fr-FR" err="1"/>
          </a:p>
          <a:p>
            <a:pPr algn="l"/>
            <a:r>
              <a:rPr lang="en-US" sz="3200" i="1">
                <a:solidFill>
                  <a:srgbClr val="5E5E5E"/>
                </a:solidFill>
              </a:rPr>
              <a:t>Plan de formation </a:t>
            </a:r>
            <a:r>
              <a:rPr lang="en-US" sz="3200" i="1" err="1">
                <a:solidFill>
                  <a:srgbClr val="5E5E5E"/>
                </a:solidFill>
              </a:rPr>
              <a:t>cohérent</a:t>
            </a:r>
            <a:endParaRPr lang="en-US" sz="3200" b="0" i="1" u="none" strike="noStrike" cap="none" spc="0" normalizeH="0" baseline="0" err="1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</a:endParaRPr>
          </a:p>
          <a:p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7B96043-CADF-9780-BD36-C1AAD3A9DAA3}"/>
              </a:ext>
            </a:extLst>
          </p:cNvPr>
          <p:cNvSpPr txBox="1"/>
          <p:nvPr/>
        </p:nvSpPr>
        <p:spPr>
          <a:xfrm>
            <a:off x="5796756" y="7094841"/>
            <a:ext cx="6400800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3200" i="1" dirty="0">
              <a:solidFill>
                <a:srgbClr val="5E5E5E"/>
              </a:solidFill>
            </a:endParaRPr>
          </a:p>
          <a:p>
            <a:pPr algn="l"/>
            <a:endParaRPr lang="en-US" sz="3200" b="0" i="1" u="none" strike="noStrike" cap="none" spc="0" normalizeH="0" baseline="0" err="1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</a:endParaRPr>
          </a:p>
        </p:txBody>
      </p:sp>
      <p:sp>
        <p:nvSpPr>
          <p:cNvPr id="11" name="形状">
            <a:extLst>
              <a:ext uri="{FF2B5EF4-FFF2-40B4-BE49-F238E27FC236}">
                <a16:creationId xmlns:a16="http://schemas.microsoft.com/office/drawing/2014/main" id="{4A29CA13-A9C7-91CB-66B1-7379D38C0FEB}"/>
              </a:ext>
            </a:extLst>
          </p:cNvPr>
          <p:cNvSpPr/>
          <p:nvPr/>
        </p:nvSpPr>
        <p:spPr>
          <a:xfrm>
            <a:off x="3211049" y="2891169"/>
            <a:ext cx="13212874" cy="2153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9" h="19082" extrusionOk="0">
                <a:moveTo>
                  <a:pt x="11822" y="8796"/>
                </a:moveTo>
                <a:cubicBezTo>
                  <a:pt x="12533" y="13501"/>
                  <a:pt x="13014" y="13832"/>
                  <a:pt x="13853" y="10199"/>
                </a:cubicBezTo>
                <a:cubicBezTo>
                  <a:pt x="14169" y="8851"/>
                  <a:pt x="14453" y="7173"/>
                  <a:pt x="14732" y="5467"/>
                </a:cubicBezTo>
                <a:cubicBezTo>
                  <a:pt x="14831" y="4916"/>
                  <a:pt x="14930" y="4339"/>
                  <a:pt x="15028" y="3788"/>
                </a:cubicBezTo>
                <a:cubicBezTo>
                  <a:pt x="16052" y="-1880"/>
                  <a:pt x="16755" y="-1220"/>
                  <a:pt x="17540" y="5990"/>
                </a:cubicBezTo>
                <a:cubicBezTo>
                  <a:pt x="17790" y="8328"/>
                  <a:pt x="18037" y="10695"/>
                  <a:pt x="18329" y="12869"/>
                </a:cubicBezTo>
                <a:cubicBezTo>
                  <a:pt x="18493" y="14052"/>
                  <a:pt x="18654" y="14217"/>
                  <a:pt x="18876" y="13584"/>
                </a:cubicBezTo>
                <a:cubicBezTo>
                  <a:pt x="19636" y="11383"/>
                  <a:pt x="20355" y="8631"/>
                  <a:pt x="21087" y="5990"/>
                </a:cubicBezTo>
                <a:cubicBezTo>
                  <a:pt x="21194" y="5632"/>
                  <a:pt x="21305" y="4751"/>
                  <a:pt x="21424" y="5742"/>
                </a:cubicBezTo>
                <a:cubicBezTo>
                  <a:pt x="21535" y="6705"/>
                  <a:pt x="21416" y="7448"/>
                  <a:pt x="21334" y="7998"/>
                </a:cubicBezTo>
                <a:cubicBezTo>
                  <a:pt x="20618" y="12731"/>
                  <a:pt x="19788" y="16281"/>
                  <a:pt x="18851" y="18702"/>
                </a:cubicBezTo>
                <a:cubicBezTo>
                  <a:pt x="18469" y="19720"/>
                  <a:pt x="18132" y="18564"/>
                  <a:pt x="17852" y="16776"/>
                </a:cubicBezTo>
                <a:cubicBezTo>
                  <a:pt x="17486" y="14492"/>
                  <a:pt x="17203" y="11768"/>
                  <a:pt x="16911" y="9099"/>
                </a:cubicBezTo>
                <a:cubicBezTo>
                  <a:pt x="16368" y="4229"/>
                  <a:pt x="16142" y="4063"/>
                  <a:pt x="15464" y="8163"/>
                </a:cubicBezTo>
                <a:cubicBezTo>
                  <a:pt x="15028" y="10805"/>
                  <a:pt x="14584" y="13446"/>
                  <a:pt x="14062" y="15428"/>
                </a:cubicBezTo>
                <a:cubicBezTo>
                  <a:pt x="13018" y="19390"/>
                  <a:pt x="12085" y="18427"/>
                  <a:pt x="11267" y="12538"/>
                </a:cubicBezTo>
                <a:cubicBezTo>
                  <a:pt x="11012" y="10695"/>
                  <a:pt x="10795" y="8604"/>
                  <a:pt x="10585" y="6512"/>
                </a:cubicBezTo>
                <a:cubicBezTo>
                  <a:pt x="10470" y="5384"/>
                  <a:pt x="10338" y="5164"/>
                  <a:pt x="10149" y="5522"/>
                </a:cubicBezTo>
                <a:cubicBezTo>
                  <a:pt x="9734" y="6320"/>
                  <a:pt x="9352" y="7668"/>
                  <a:pt x="8961" y="8934"/>
                </a:cubicBezTo>
                <a:cubicBezTo>
                  <a:pt x="8448" y="10557"/>
                  <a:pt x="7942" y="12373"/>
                  <a:pt x="7416" y="13777"/>
                </a:cubicBezTo>
                <a:cubicBezTo>
                  <a:pt x="6409" y="16473"/>
                  <a:pt x="5591" y="14299"/>
                  <a:pt x="5089" y="7888"/>
                </a:cubicBezTo>
                <a:cubicBezTo>
                  <a:pt x="4987" y="6567"/>
                  <a:pt x="4880" y="5192"/>
                  <a:pt x="4806" y="3761"/>
                </a:cubicBezTo>
                <a:cubicBezTo>
                  <a:pt x="4736" y="2412"/>
                  <a:pt x="4608" y="2027"/>
                  <a:pt x="4411" y="2110"/>
                </a:cubicBezTo>
                <a:cubicBezTo>
                  <a:pt x="4123" y="2220"/>
                  <a:pt x="3865" y="2908"/>
                  <a:pt x="3610" y="3678"/>
                </a:cubicBezTo>
                <a:cubicBezTo>
                  <a:pt x="2857" y="5990"/>
                  <a:pt x="2187" y="9126"/>
                  <a:pt x="1563" y="12703"/>
                </a:cubicBezTo>
                <a:cubicBezTo>
                  <a:pt x="1456" y="13309"/>
                  <a:pt x="1353" y="13942"/>
                  <a:pt x="1234" y="14409"/>
                </a:cubicBezTo>
                <a:cubicBezTo>
                  <a:pt x="880" y="15895"/>
                  <a:pt x="535" y="15345"/>
                  <a:pt x="325" y="12979"/>
                </a:cubicBezTo>
                <a:cubicBezTo>
                  <a:pt x="124" y="10777"/>
                  <a:pt x="58" y="8273"/>
                  <a:pt x="30" y="5714"/>
                </a:cubicBezTo>
                <a:cubicBezTo>
                  <a:pt x="25" y="5082"/>
                  <a:pt x="-65" y="4311"/>
                  <a:pt x="95" y="3953"/>
                </a:cubicBezTo>
                <a:cubicBezTo>
                  <a:pt x="136" y="6320"/>
                  <a:pt x="198" y="8686"/>
                  <a:pt x="330" y="10887"/>
                </a:cubicBezTo>
                <a:cubicBezTo>
                  <a:pt x="564" y="14657"/>
                  <a:pt x="893" y="15152"/>
                  <a:pt x="1337" y="12373"/>
                </a:cubicBezTo>
                <a:cubicBezTo>
                  <a:pt x="1929" y="8631"/>
                  <a:pt x="2570" y="5384"/>
                  <a:pt x="3289" y="2880"/>
                </a:cubicBezTo>
                <a:cubicBezTo>
                  <a:pt x="3614" y="1697"/>
                  <a:pt x="3943" y="706"/>
                  <a:pt x="4317" y="376"/>
                </a:cubicBezTo>
                <a:cubicBezTo>
                  <a:pt x="4740" y="19"/>
                  <a:pt x="4896" y="624"/>
                  <a:pt x="5073" y="3265"/>
                </a:cubicBezTo>
                <a:cubicBezTo>
                  <a:pt x="5204" y="5247"/>
                  <a:pt x="5340" y="7200"/>
                  <a:pt x="5533" y="8934"/>
                </a:cubicBezTo>
                <a:cubicBezTo>
                  <a:pt x="5916" y="12263"/>
                  <a:pt x="6376" y="13336"/>
                  <a:pt x="6984" y="12208"/>
                </a:cubicBezTo>
                <a:cubicBezTo>
                  <a:pt x="7473" y="11328"/>
                  <a:pt x="7913" y="9594"/>
                  <a:pt x="8361" y="8081"/>
                </a:cubicBezTo>
                <a:cubicBezTo>
                  <a:pt x="8887" y="6320"/>
                  <a:pt x="9405" y="4394"/>
                  <a:pt x="9964" y="2935"/>
                </a:cubicBezTo>
                <a:cubicBezTo>
                  <a:pt x="10515" y="1504"/>
                  <a:pt x="10778" y="2027"/>
                  <a:pt x="11136" y="5109"/>
                </a:cubicBezTo>
                <a:cubicBezTo>
                  <a:pt x="11276" y="6320"/>
                  <a:pt x="11419" y="7475"/>
                  <a:pt x="11555" y="8631"/>
                </a:cubicBezTo>
                <a:cubicBezTo>
                  <a:pt x="11654" y="8796"/>
                  <a:pt x="11695" y="9402"/>
                  <a:pt x="11798" y="10089"/>
                </a:cubicBezTo>
                <a:cubicBezTo>
                  <a:pt x="11719" y="9484"/>
                  <a:pt x="11695" y="9154"/>
                  <a:pt x="11732" y="8714"/>
                </a:cubicBezTo>
                <a:cubicBezTo>
                  <a:pt x="11765" y="8631"/>
                  <a:pt x="11798" y="8631"/>
                  <a:pt x="11822" y="8796"/>
                </a:cubicBezTo>
              </a:path>
            </a:pathLst>
          </a:custGeom>
          <a:solidFill>
            <a:srgbClr val="424244"/>
          </a:solidFill>
          <a:ln w="12700">
            <a:miter lim="400000"/>
          </a:ln>
        </p:spPr>
        <p:txBody>
          <a:bodyPr lIns="0" tIns="0" rIns="0" bIns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1pPr>
            <a:lvl2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2pPr>
            <a:lvl3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3pPr>
            <a:lvl4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4pPr>
            <a:lvl5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5pPr>
            <a:lvl6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6pPr>
            <a:lvl7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7pPr>
            <a:lvl8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8pPr>
            <a:lvl9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SentyTEA ÂµÙ"/>
              </a:defRPr>
            </a:lvl9pPr>
          </a:lstStyle>
          <a:p>
            <a:pPr algn="l" defTabSz="815467">
              <a:lnSpc>
                <a:spcPct val="93000"/>
              </a:lnSpc>
              <a:defRPr sz="3200"/>
            </a:pP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568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3" grpId="0" animBg="1" advAuto="0"/>
      <p:bldP spid="18" grpId="0" animBg="1" advAuto="0"/>
      <p:bldP spid="33" grpId="0" animBg="1" advAuto="0"/>
      <p:bldP spid="42" grpId="0" animBg="1" advAuto="0"/>
      <p:bldP spid="46" grpId="0" animBg="1" advAuto="0"/>
      <p:bldP spid="4" grpId="0"/>
      <p:bldP spid="5" grpId="0"/>
      <p:bldP spid="6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862CAC8-64F3-4AE4-9F73-21754E52F05F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zongjie"/>
</p:tagLst>
</file>

<file path=ppt/theme/theme1.xml><?xml version="1.0" encoding="utf-8"?>
<a:theme xmlns:a="http://schemas.openxmlformats.org/drawingml/2006/main" name="Annual Report Powerpoint Template - Freepptbackgrounds.net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entyTEA ÂµÙ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entyTEA ÂµÙ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SentyTEA ÂµÙ"/>
        <a:ea typeface="SentyTEA ÂµÙ"/>
        <a:cs typeface="SentyTEA ÂµÙ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entyTEA ÂµÙ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SentyTEA ÂµÙ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Personnalisé</PresentationFormat>
  <Slides>16</Slides>
  <Notes>9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Annual Report Powerpoint Template - Freepptbackgrounds.net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>Powerpoint Templates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 Report Powerpoint Template  </dc:title>
  <dc:subject/>
  <dc:creator>Freepptbackgrounds.net</dc:creator>
  <cp:keywords>Annual  Report Powerpoint Template  </cp:keywords>
  <dc:description>Annual  Report Powerpoint Template
www.freepptbackgrounds.net</dc:description>
  <cp:revision>554</cp:revision>
  <dcterms:modified xsi:type="dcterms:W3CDTF">2026-01-09T13:02:06Z</dcterms:modified>
  <cp:category>Annual  Report Powerpoint Template  </cp:category>
</cp:coreProperties>
</file>